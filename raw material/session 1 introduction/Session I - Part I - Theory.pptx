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671" r:id="rId2"/>
    <p:sldId id="660" r:id="rId3"/>
    <p:sldId id="683" r:id="rId4"/>
    <p:sldId id="313" r:id="rId5"/>
    <p:sldId id="314" r:id="rId6"/>
    <p:sldId id="266" r:id="rId7"/>
    <p:sldId id="267" r:id="rId8"/>
    <p:sldId id="316" r:id="rId9"/>
    <p:sldId id="279" r:id="rId10"/>
    <p:sldId id="317" r:id="rId11"/>
    <p:sldId id="319" r:id="rId12"/>
    <p:sldId id="318" r:id="rId13"/>
    <p:sldId id="320" r:id="rId14"/>
    <p:sldId id="321" r:id="rId15"/>
    <p:sldId id="677" r:id="rId16"/>
    <p:sldId id="334" r:id="rId17"/>
    <p:sldId id="335" r:id="rId18"/>
    <p:sldId id="336" r:id="rId19"/>
    <p:sldId id="337" r:id="rId20"/>
    <p:sldId id="333" r:id="rId21"/>
    <p:sldId id="338" r:id="rId22"/>
    <p:sldId id="345" r:id="rId23"/>
    <p:sldId id="342" r:id="rId24"/>
    <p:sldId id="346" r:id="rId25"/>
    <p:sldId id="347" r:id="rId26"/>
    <p:sldId id="349" r:id="rId27"/>
    <p:sldId id="348" r:id="rId28"/>
    <p:sldId id="280" r:id="rId29"/>
    <p:sldId id="344" r:id="rId30"/>
    <p:sldId id="678" r:id="rId31"/>
    <p:sldId id="679" r:id="rId32"/>
    <p:sldId id="350" r:id="rId33"/>
    <p:sldId id="684" r:id="rId34"/>
    <p:sldId id="685" r:id="rId35"/>
    <p:sldId id="686" r:id="rId36"/>
    <p:sldId id="288" r:id="rId37"/>
    <p:sldId id="286" r:id="rId38"/>
    <p:sldId id="290" r:id="rId39"/>
    <p:sldId id="289" r:id="rId40"/>
    <p:sldId id="291" r:id="rId41"/>
    <p:sldId id="298" r:id="rId42"/>
    <p:sldId id="300" r:id="rId43"/>
    <p:sldId id="293" r:id="rId44"/>
    <p:sldId id="299" r:id="rId45"/>
    <p:sldId id="292" r:id="rId46"/>
    <p:sldId id="294" r:id="rId47"/>
    <p:sldId id="295" r:id="rId48"/>
    <p:sldId id="296" r:id="rId49"/>
    <p:sldId id="297" r:id="rId50"/>
    <p:sldId id="302" r:id="rId51"/>
    <p:sldId id="680" r:id="rId52"/>
    <p:sldId id="681" r:id="rId53"/>
    <p:sldId id="324" r:id="rId54"/>
    <p:sldId id="323" r:id="rId55"/>
    <p:sldId id="687" r:id="rId5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991100"/>
    <a:srgbClr val="F0AD0F"/>
    <a:srgbClr val="150B0A"/>
    <a:srgbClr val="414A60"/>
    <a:srgbClr val="5885A2"/>
    <a:srgbClr val="B96055"/>
    <a:srgbClr val="639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2650C-1F64-7E41-8756-2CD0FA09D0BD}" v="21" dt="2025-09-25T10:15:39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58"/>
    <p:restoredTop sz="94645"/>
  </p:normalViewPr>
  <p:slideViewPr>
    <p:cSldViewPr snapToGrid="0">
      <p:cViewPr varScale="1">
        <p:scale>
          <a:sx n="76" d="100"/>
          <a:sy n="76" d="100"/>
        </p:scale>
        <p:origin x="200" y="904"/>
      </p:cViewPr>
      <p:guideLst/>
    </p:cSldViewPr>
  </p:slideViewPr>
  <p:outlineViewPr>
    <p:cViewPr>
      <p:scale>
        <a:sx n="33" d="100"/>
        <a:sy n="33" d="100"/>
      </p:scale>
      <p:origin x="0" y="-772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rten Marsman" userId="90746270-d662-4e67-8cb8-dda2e7e1873d" providerId="ADAL" clId="{1FF02BBA-F9B9-7B4A-A900-C07A12F92202}"/>
    <pc:docChg chg="undo redo custSel addSld delSld modSld">
      <pc:chgData name="Maarten Marsman" userId="90746270-d662-4e67-8cb8-dda2e7e1873d" providerId="ADAL" clId="{1FF02BBA-F9B9-7B4A-A900-C07A12F92202}" dt="2025-08-03T14:06:38.683" v="1024" actId="113"/>
      <pc:docMkLst>
        <pc:docMk/>
      </pc:docMkLst>
      <pc:sldChg chg="modSp mod">
        <pc:chgData name="Maarten Marsman" userId="90746270-d662-4e67-8cb8-dda2e7e1873d" providerId="ADAL" clId="{1FF02BBA-F9B9-7B4A-A900-C07A12F92202}" dt="2025-08-03T09:40:04.523" v="809" actId="2085"/>
        <pc:sldMkLst>
          <pc:docMk/>
          <pc:sldMk cId="3422879246" sldId="280"/>
        </pc:sldMkLst>
      </pc:sldChg>
      <pc:sldChg chg="modSp mod">
        <pc:chgData name="Maarten Marsman" userId="90746270-d662-4e67-8cb8-dda2e7e1873d" providerId="ADAL" clId="{1FF02BBA-F9B9-7B4A-A900-C07A12F92202}" dt="2025-08-03T09:12:19.693" v="572" actId="20577"/>
        <pc:sldMkLst>
          <pc:docMk/>
          <pc:sldMk cId="1274102503" sldId="286"/>
        </pc:sldMkLst>
      </pc:sldChg>
      <pc:sldChg chg="addSp delSp modSp mod">
        <pc:chgData name="Maarten Marsman" userId="90746270-d662-4e67-8cb8-dda2e7e1873d" providerId="ADAL" clId="{1FF02BBA-F9B9-7B4A-A900-C07A12F92202}" dt="2025-08-03T09:13:29.554" v="576"/>
        <pc:sldMkLst>
          <pc:docMk/>
          <pc:sldMk cId="3703760736" sldId="289"/>
        </pc:sldMkLst>
      </pc:sldChg>
      <pc:sldChg chg="addSp delSp modSp mod">
        <pc:chgData name="Maarten Marsman" userId="90746270-d662-4e67-8cb8-dda2e7e1873d" providerId="ADAL" clId="{1FF02BBA-F9B9-7B4A-A900-C07A12F92202}" dt="2025-08-03T09:13:10.827" v="574"/>
        <pc:sldMkLst>
          <pc:docMk/>
          <pc:sldMk cId="370900045" sldId="290"/>
        </pc:sldMkLst>
      </pc:sldChg>
      <pc:sldChg chg="addSp delSp modSp mod">
        <pc:chgData name="Maarten Marsman" userId="90746270-d662-4e67-8cb8-dda2e7e1873d" providerId="ADAL" clId="{1FF02BBA-F9B9-7B4A-A900-C07A12F92202}" dt="2025-08-03T09:15:45.861" v="595" actId="1036"/>
        <pc:sldMkLst>
          <pc:docMk/>
          <pc:sldMk cId="4204995581" sldId="295"/>
        </pc:sldMkLst>
      </pc:sldChg>
      <pc:sldChg chg="addSp delSp modSp mod">
        <pc:chgData name="Maarten Marsman" userId="90746270-d662-4e67-8cb8-dda2e7e1873d" providerId="ADAL" clId="{1FF02BBA-F9B9-7B4A-A900-C07A12F92202}" dt="2025-08-03T09:22:40.999" v="627" actId="1076"/>
        <pc:sldMkLst>
          <pc:docMk/>
          <pc:sldMk cId="386818992" sldId="296"/>
        </pc:sldMkLst>
      </pc:sldChg>
      <pc:sldChg chg="addSp delSp modSp mod">
        <pc:chgData name="Maarten Marsman" userId="90746270-d662-4e67-8cb8-dda2e7e1873d" providerId="ADAL" clId="{1FF02BBA-F9B9-7B4A-A900-C07A12F92202}" dt="2025-08-03T09:24:49.958" v="644" actId="1076"/>
        <pc:sldMkLst>
          <pc:docMk/>
          <pc:sldMk cId="712032421" sldId="297"/>
        </pc:sldMkLst>
      </pc:sldChg>
      <pc:sldChg chg="addSp delSp modSp mod">
        <pc:chgData name="Maarten Marsman" userId="90746270-d662-4e67-8cb8-dda2e7e1873d" providerId="ADAL" clId="{1FF02BBA-F9B9-7B4A-A900-C07A12F92202}" dt="2025-08-03T09:25:05.605" v="649" actId="1076"/>
        <pc:sldMkLst>
          <pc:docMk/>
          <pc:sldMk cId="2577812768" sldId="302"/>
        </pc:sldMkLst>
      </pc:sldChg>
      <pc:sldChg chg="del">
        <pc:chgData name="Maarten Marsman" userId="90746270-d662-4e67-8cb8-dda2e7e1873d" providerId="ADAL" clId="{1FF02BBA-F9B9-7B4A-A900-C07A12F92202}" dt="2025-08-02T09:44:26.220" v="363" actId="2696"/>
        <pc:sldMkLst>
          <pc:docMk/>
          <pc:sldMk cId="163928928" sldId="304"/>
        </pc:sldMkLst>
      </pc:sldChg>
      <pc:sldChg chg="modSp mod">
        <pc:chgData name="Maarten Marsman" userId="90746270-d662-4e67-8cb8-dda2e7e1873d" providerId="ADAL" clId="{1FF02BBA-F9B9-7B4A-A900-C07A12F92202}" dt="2025-08-03T09:39:29.834" v="804" actId="2085"/>
        <pc:sldMkLst>
          <pc:docMk/>
          <pc:sldMk cId="3817071915" sldId="336"/>
        </pc:sldMkLst>
      </pc:sldChg>
      <pc:sldChg chg="modSp mod">
        <pc:chgData name="Maarten Marsman" userId="90746270-d662-4e67-8cb8-dda2e7e1873d" providerId="ADAL" clId="{1FF02BBA-F9B9-7B4A-A900-C07A12F92202}" dt="2025-08-03T09:39:42.107" v="805" actId="2085"/>
        <pc:sldMkLst>
          <pc:docMk/>
          <pc:sldMk cId="1338004299" sldId="337"/>
        </pc:sldMkLst>
      </pc:sldChg>
      <pc:sldChg chg="modSp mod">
        <pc:chgData name="Maarten Marsman" userId="90746270-d662-4e67-8cb8-dda2e7e1873d" providerId="ADAL" clId="{1FF02BBA-F9B9-7B4A-A900-C07A12F92202}" dt="2025-08-03T09:40:20.157" v="813" actId="2085"/>
        <pc:sldMkLst>
          <pc:docMk/>
          <pc:sldMk cId="3238993777" sldId="344"/>
        </pc:sldMkLst>
      </pc:sldChg>
      <pc:sldChg chg="modSp mod">
        <pc:chgData name="Maarten Marsman" userId="90746270-d662-4e67-8cb8-dda2e7e1873d" providerId="ADAL" clId="{1FF02BBA-F9B9-7B4A-A900-C07A12F92202}" dt="2025-08-03T09:40:38.061" v="819" actId="2085"/>
        <pc:sldMkLst>
          <pc:docMk/>
          <pc:sldMk cId="2886731056" sldId="350"/>
        </pc:sldMkLst>
      </pc:sldChg>
      <pc:sldChg chg="addSp delSp modSp mod">
        <pc:chgData name="Maarten Marsman" userId="90746270-d662-4e67-8cb8-dda2e7e1873d" providerId="ADAL" clId="{1FF02BBA-F9B9-7B4A-A900-C07A12F92202}" dt="2025-08-03T14:06:38.683" v="1024" actId="113"/>
        <pc:sldMkLst>
          <pc:docMk/>
          <pc:sldMk cId="1131232699" sldId="671"/>
        </pc:sldMkLst>
      </pc:sldChg>
      <pc:sldChg chg="addSp modSp mod">
        <pc:chgData name="Maarten Marsman" userId="90746270-d662-4e67-8cb8-dda2e7e1873d" providerId="ADAL" clId="{1FF02BBA-F9B9-7B4A-A900-C07A12F92202}" dt="2025-08-03T08:55:42.851" v="554" actId="1076"/>
        <pc:sldMkLst>
          <pc:docMk/>
          <pc:sldMk cId="3400610934" sldId="673"/>
        </pc:sldMkLst>
      </pc:sldChg>
      <pc:sldChg chg="addSp delSp modSp mod">
        <pc:chgData name="Maarten Marsman" userId="90746270-d662-4e67-8cb8-dda2e7e1873d" providerId="ADAL" clId="{1FF02BBA-F9B9-7B4A-A900-C07A12F92202}" dt="2025-08-03T14:05:30.105" v="1009" actId="21"/>
        <pc:sldMkLst>
          <pc:docMk/>
          <pc:sldMk cId="468572158" sldId="676"/>
        </pc:sldMkLst>
      </pc:sldChg>
      <pc:sldChg chg="addSp delSp modSp mod">
        <pc:chgData name="Maarten Marsman" userId="90746270-d662-4e67-8cb8-dda2e7e1873d" providerId="ADAL" clId="{1FF02BBA-F9B9-7B4A-A900-C07A12F92202}" dt="2025-08-03T09:40:26.890" v="815" actId="2085"/>
        <pc:sldMkLst>
          <pc:docMk/>
          <pc:sldMk cId="979200151" sldId="678"/>
        </pc:sldMkLst>
      </pc:sldChg>
      <pc:sldChg chg="addSp delSp modSp mod">
        <pc:chgData name="Maarten Marsman" userId="90746270-d662-4e67-8cb8-dda2e7e1873d" providerId="ADAL" clId="{1FF02BBA-F9B9-7B4A-A900-C07A12F92202}" dt="2025-08-03T09:40:32.669" v="817" actId="2085"/>
        <pc:sldMkLst>
          <pc:docMk/>
          <pc:sldMk cId="3069845808" sldId="679"/>
        </pc:sldMkLst>
      </pc:sldChg>
      <pc:sldChg chg="addSp delSp modSp add mod delAnim modAnim">
        <pc:chgData name="Maarten Marsman" userId="90746270-d662-4e67-8cb8-dda2e7e1873d" providerId="ADAL" clId="{1FF02BBA-F9B9-7B4A-A900-C07A12F92202}" dt="2025-08-03T09:25:14.281" v="651"/>
        <pc:sldMkLst>
          <pc:docMk/>
          <pc:sldMk cId="3098741629" sldId="680"/>
        </pc:sldMkLst>
      </pc:sldChg>
      <pc:sldChg chg="addSp delSp modSp add mod">
        <pc:chgData name="Maarten Marsman" userId="90746270-d662-4e67-8cb8-dda2e7e1873d" providerId="ADAL" clId="{1FF02BBA-F9B9-7B4A-A900-C07A12F92202}" dt="2025-08-03T11:56:01.565" v="820" actId="692"/>
        <pc:sldMkLst>
          <pc:docMk/>
          <pc:sldMk cId="2725902226" sldId="681"/>
        </pc:sldMkLst>
      </pc:sldChg>
    </pc:docChg>
  </pc:docChgLst>
  <pc:docChgLst>
    <pc:chgData name="Maarten Marsman" userId="90746270-d662-4e67-8cb8-dda2e7e1873d" providerId="ADAL" clId="{8C781862-5981-52E6-B3E6-C546C8719984}"/>
    <pc:docChg chg="custSel addSld delSld modSld">
      <pc:chgData name="Maarten Marsman" userId="90746270-d662-4e67-8cb8-dda2e7e1873d" providerId="ADAL" clId="{8C781862-5981-52E6-B3E6-C546C8719984}" dt="2025-09-25T10:15:39.612" v="46"/>
      <pc:docMkLst>
        <pc:docMk/>
      </pc:docMkLst>
      <pc:sldChg chg="addSp delSp modSp mod">
        <pc:chgData name="Maarten Marsman" userId="90746270-d662-4e67-8cb8-dda2e7e1873d" providerId="ADAL" clId="{8C781862-5981-52E6-B3E6-C546C8719984}" dt="2025-09-25T07:53:27.274" v="6"/>
        <pc:sldMkLst>
          <pc:docMk/>
          <pc:sldMk cId="3241801107" sldId="660"/>
        </pc:sldMkLst>
        <pc:spChg chg="mod">
          <ac:chgData name="Maarten Marsman" userId="90746270-d662-4e67-8cb8-dda2e7e1873d" providerId="ADAL" clId="{8C781862-5981-52E6-B3E6-C546C8719984}" dt="2025-09-25T07:53:27.274" v="6"/>
          <ac:spMkLst>
            <pc:docMk/>
            <pc:sldMk cId="3241801107" sldId="660"/>
            <ac:spMk id="26" creationId="{BE2AA871-57A9-8459-C059-06754766370A}"/>
          </ac:spMkLst>
        </pc:spChg>
        <pc:spChg chg="mod">
          <ac:chgData name="Maarten Marsman" userId="90746270-d662-4e67-8cb8-dda2e7e1873d" providerId="ADAL" clId="{8C781862-5981-52E6-B3E6-C546C8719984}" dt="2025-09-25T07:53:27.274" v="6"/>
          <ac:spMkLst>
            <pc:docMk/>
            <pc:sldMk cId="3241801107" sldId="660"/>
            <ac:spMk id="29" creationId="{AE856E85-F669-8ADA-E723-148C695F19AE}"/>
          </ac:spMkLst>
        </pc:spChg>
        <pc:spChg chg="mod">
          <ac:chgData name="Maarten Marsman" userId="90746270-d662-4e67-8cb8-dda2e7e1873d" providerId="ADAL" clId="{8C781862-5981-52E6-B3E6-C546C8719984}" dt="2025-09-25T07:53:27.274" v="6"/>
          <ac:spMkLst>
            <pc:docMk/>
            <pc:sldMk cId="3241801107" sldId="660"/>
            <ac:spMk id="32" creationId="{618DEAC9-F936-8D19-7832-F4BA32E172C9}"/>
          </ac:spMkLst>
        </pc:spChg>
        <pc:grpChg chg="del">
          <ac:chgData name="Maarten Marsman" userId="90746270-d662-4e67-8cb8-dda2e7e1873d" providerId="ADAL" clId="{8C781862-5981-52E6-B3E6-C546C8719984}" dt="2025-09-25T07:53:26.199" v="5" actId="478"/>
          <ac:grpSpMkLst>
            <pc:docMk/>
            <pc:sldMk cId="3241801107" sldId="660"/>
            <ac:grpSpMk id="3" creationId="{0A6EE578-184A-BEA9-6F0E-03CB6B91810E}"/>
          </ac:grpSpMkLst>
        </pc:grpChg>
        <pc:grpChg chg="add mod">
          <ac:chgData name="Maarten Marsman" userId="90746270-d662-4e67-8cb8-dda2e7e1873d" providerId="ADAL" clId="{8C781862-5981-52E6-B3E6-C546C8719984}" dt="2025-09-25T07:53:27.274" v="6"/>
          <ac:grpSpMkLst>
            <pc:docMk/>
            <pc:sldMk cId="3241801107" sldId="660"/>
            <ac:grpSpMk id="6" creationId="{7FCF7D65-92F1-335B-407C-7BBBB10F16B0}"/>
          </ac:grpSpMkLst>
        </pc:grpChg>
        <pc:grpChg chg="del">
          <ac:chgData name="Maarten Marsman" userId="90746270-d662-4e67-8cb8-dda2e7e1873d" providerId="ADAL" clId="{8C781862-5981-52E6-B3E6-C546C8719984}" dt="2025-09-25T07:53:26.199" v="5" actId="478"/>
          <ac:grpSpMkLst>
            <pc:docMk/>
            <pc:sldMk cId="3241801107" sldId="660"/>
            <ac:grpSpMk id="19" creationId="{02C07555-95AA-4358-7BDA-E8240E6CF583}"/>
          </ac:grpSpMkLst>
        </pc:grpChg>
        <pc:grpChg chg="del">
          <ac:chgData name="Maarten Marsman" userId="90746270-d662-4e67-8cb8-dda2e7e1873d" providerId="ADAL" clId="{8C781862-5981-52E6-B3E6-C546C8719984}" dt="2025-09-25T07:53:26.199" v="5" actId="478"/>
          <ac:grpSpMkLst>
            <pc:docMk/>
            <pc:sldMk cId="3241801107" sldId="660"/>
            <ac:grpSpMk id="24" creationId="{E4AE5124-3681-6045-E171-A02897581A44}"/>
          </ac:grpSpMkLst>
        </pc:grp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15" creationId="{42E5866C-A176-6E05-8D3E-80D0F2877E13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17" creationId="{638E2915-6D3F-6446-6CF8-6D20403F8426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18" creationId="{3A6D1DB8-A6A8-3C67-DB75-E00EFF2D9991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25" creationId="{45ED9589-4837-E156-D5C9-4D8B5B742DF8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28" creationId="{8DCCD6E7-30A4-B274-0D8C-2440FF98A047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31" creationId="{C0177CC7-238C-0888-FE8F-ED31D68C7598}"/>
          </ac:picMkLst>
        </pc:picChg>
      </pc:sldChg>
      <pc:sldChg chg="addSp delSp modSp mod">
        <pc:chgData name="Maarten Marsman" userId="90746270-d662-4e67-8cb8-dda2e7e1873d" providerId="ADAL" clId="{8C781862-5981-52E6-B3E6-C546C8719984}" dt="2025-09-25T10:15:39.612" v="46"/>
        <pc:sldMkLst>
          <pc:docMk/>
          <pc:sldMk cId="1131232699" sldId="671"/>
        </pc:sldMkLst>
        <pc:spChg chg="add mod">
          <ac:chgData name="Maarten Marsman" userId="90746270-d662-4e67-8cb8-dda2e7e1873d" providerId="ADAL" clId="{8C781862-5981-52E6-B3E6-C546C8719984}" dt="2025-09-25T07:52:47.825" v="4" actId="20577"/>
          <ac:spMkLst>
            <pc:docMk/>
            <pc:sldMk cId="1131232699" sldId="671"/>
            <ac:spMk id="3" creationId="{B9B0D9AC-8FC8-F504-6D43-9CAFBD7C55B4}"/>
          </ac:spMkLst>
        </pc:spChg>
        <pc:spChg chg="del">
          <ac:chgData name="Maarten Marsman" userId="90746270-d662-4e67-8cb8-dda2e7e1873d" providerId="ADAL" clId="{8C781862-5981-52E6-B3E6-C546C8719984}" dt="2025-09-25T07:52:45.275" v="1" actId="478"/>
          <ac:spMkLst>
            <pc:docMk/>
            <pc:sldMk cId="1131232699" sldId="671"/>
            <ac:spMk id="7" creationId="{BE698CE2-635C-AEA2-9AB0-E72F40E4007F}"/>
          </ac:spMkLst>
        </pc:spChg>
        <pc:spChg chg="del">
          <ac:chgData name="Maarten Marsman" userId="90746270-d662-4e67-8cb8-dda2e7e1873d" providerId="ADAL" clId="{8C781862-5981-52E6-B3E6-C546C8719984}" dt="2025-09-25T07:52:34.567" v="0" actId="478"/>
          <ac:spMkLst>
            <pc:docMk/>
            <pc:sldMk cId="1131232699" sldId="671"/>
            <ac:spMk id="13" creationId="{D915F65F-CDB1-B915-9C1B-8170D48C4431}"/>
          </ac:spMkLst>
        </pc:sp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5" creationId="{B49AD389-937A-0645-EDAD-39F0B2218615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6" creationId="{1AA6765C-78AC-25BD-EE30-6156E59039BF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7" creationId="{0AC65B14-B799-9A38-6F07-051B43D48EE5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8" creationId="{B6DB95D1-1083-B277-97A4-99B452B991F9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9" creationId="{C71870AB-8F96-E3E5-F519-90F400F571D7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10" creationId="{97E426B3-1B69-5C40-8720-985ECA83838D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12" creationId="{F70A416E-661D-992A-64FF-F2F9E77D462E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3" creationId="{369B566F-BFE7-B20A-5904-51CEF27B0A1C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4" creationId="{7832DEF9-E8C6-7AC4-066D-4C5344F44D34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5" creationId="{A6DE1C10-F3DF-60C6-DE51-1513FF695B03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6" creationId="{920D8A20-C5DE-2520-9354-1E19381AA8FB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1026" creationId="{C929A85C-EE9F-6135-8EB4-0D735A30638E}"/>
          </ac:picMkLst>
        </pc:picChg>
      </pc:sldChg>
      <pc:sldChg chg="addSp delSp modSp mod">
        <pc:chgData name="Maarten Marsman" userId="90746270-d662-4e67-8cb8-dda2e7e1873d" providerId="ADAL" clId="{8C781862-5981-52E6-B3E6-C546C8719984}" dt="2025-09-25T07:55:23.414" v="44"/>
        <pc:sldMkLst>
          <pc:docMk/>
          <pc:sldMk cId="3400610934" sldId="673"/>
        </pc:sldMkLst>
        <pc:spChg chg="del">
          <ac:chgData name="Maarten Marsman" userId="90746270-d662-4e67-8cb8-dda2e7e1873d" providerId="ADAL" clId="{8C781862-5981-52E6-B3E6-C546C8719984}" dt="2025-09-25T07:54:43.772" v="11" actId="478"/>
          <ac:spMkLst>
            <pc:docMk/>
            <pc:sldMk cId="3400610934" sldId="673"/>
            <ac:spMk id="6" creationId="{77D5C7DE-9FD6-9D11-9707-BFCC519E02B0}"/>
          </ac:spMkLst>
        </pc:spChg>
        <pc:spChg chg="del">
          <ac:chgData name="Maarten Marsman" userId="90746270-d662-4e67-8cb8-dda2e7e1873d" providerId="ADAL" clId="{8C781862-5981-52E6-B3E6-C546C8719984}" dt="2025-09-25T07:54:43.772" v="11" actId="478"/>
          <ac:spMkLst>
            <pc:docMk/>
            <pc:sldMk cId="3400610934" sldId="673"/>
            <ac:spMk id="7" creationId="{24CDD0F0-A899-5601-7BE0-B13747AA2524}"/>
          </ac:spMkLst>
        </pc:spChg>
        <pc:spChg chg="mod">
          <ac:chgData name="Maarten Marsman" userId="90746270-d662-4e67-8cb8-dda2e7e1873d" providerId="ADAL" clId="{8C781862-5981-52E6-B3E6-C546C8719984}" dt="2025-09-25T07:54:44.794" v="12"/>
          <ac:spMkLst>
            <pc:docMk/>
            <pc:sldMk cId="3400610934" sldId="673"/>
            <ac:spMk id="21" creationId="{579B665E-8548-2D0A-2E31-B2DBFC8EA52B}"/>
          </ac:spMkLst>
        </pc:spChg>
        <pc:spChg chg="mod">
          <ac:chgData name="Maarten Marsman" userId="90746270-d662-4e67-8cb8-dda2e7e1873d" providerId="ADAL" clId="{8C781862-5981-52E6-B3E6-C546C8719984}" dt="2025-09-25T07:55:23.414" v="44"/>
          <ac:spMkLst>
            <pc:docMk/>
            <pc:sldMk cId="3400610934" sldId="673"/>
            <ac:spMk id="24" creationId="{BD0B0406-7324-C882-F026-8543E115BF89}"/>
          </ac:spMkLst>
        </pc:spChg>
        <pc:spChg chg="mod">
          <ac:chgData name="Maarten Marsman" userId="90746270-d662-4e67-8cb8-dda2e7e1873d" providerId="ADAL" clId="{8C781862-5981-52E6-B3E6-C546C8719984}" dt="2025-09-25T07:55:18.769" v="43"/>
          <ac:spMkLst>
            <pc:docMk/>
            <pc:sldMk cId="3400610934" sldId="673"/>
            <ac:spMk id="27" creationId="{7BCA1DB4-7A93-9563-4321-AA374419FF7D}"/>
          </ac:spMkLst>
        </pc:spChg>
        <pc:spChg chg="add mod">
          <ac:chgData name="Maarten Marsman" userId="90746270-d662-4e67-8cb8-dda2e7e1873d" providerId="ADAL" clId="{8C781862-5981-52E6-B3E6-C546C8719984}" dt="2025-09-25T07:54:54.810" v="29" actId="1038"/>
          <ac:spMkLst>
            <pc:docMk/>
            <pc:sldMk cId="3400610934" sldId="673"/>
            <ac:spMk id="28" creationId="{88852D88-36CA-2B82-D2CE-4C8903149402}"/>
          </ac:spMkLst>
        </pc:spChg>
        <pc:grpChg chg="del">
          <ac:chgData name="Maarten Marsman" userId="90746270-d662-4e67-8cb8-dda2e7e1873d" providerId="ADAL" clId="{8C781862-5981-52E6-B3E6-C546C8719984}" dt="2025-09-25T07:54:43.772" v="11" actId="478"/>
          <ac:grpSpMkLst>
            <pc:docMk/>
            <pc:sldMk cId="3400610934" sldId="673"/>
            <ac:grpSpMk id="3" creationId="{0A6EE578-184A-BEA9-6F0E-03CB6B91810E}"/>
          </ac:grpSpMkLst>
        </pc:grpChg>
        <pc:grpChg chg="mod">
          <ac:chgData name="Maarten Marsman" userId="90746270-d662-4e67-8cb8-dda2e7e1873d" providerId="ADAL" clId="{8C781862-5981-52E6-B3E6-C546C8719984}" dt="2025-09-25T07:54:44.794" v="12"/>
          <ac:grpSpMkLst>
            <pc:docMk/>
            <pc:sldMk cId="3400610934" sldId="673"/>
            <ac:grpSpMk id="16" creationId="{4209A7B4-C9EC-4AE3-B6FA-46C0EE696D19}"/>
          </ac:grpSpMkLst>
        </pc:grpChg>
        <pc:grpChg chg="del">
          <ac:chgData name="Maarten Marsman" userId="90746270-d662-4e67-8cb8-dda2e7e1873d" providerId="ADAL" clId="{8C781862-5981-52E6-B3E6-C546C8719984}" dt="2025-09-25T07:54:43.772" v="11" actId="478"/>
          <ac:grpSpMkLst>
            <pc:docMk/>
            <pc:sldMk cId="3400610934" sldId="673"/>
            <ac:grpSpMk id="19" creationId="{02C07555-95AA-4358-7BDA-E8240E6CF583}"/>
          </ac:grpSpMkLst>
        </pc:grp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15" creationId="{CB99D743-2D50-36ED-6E27-FBFC7EE192CB}"/>
          </ac:picMkLst>
        </pc:pic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17" creationId="{8B39C768-9838-D6C5-04F7-84851910DC21}"/>
          </ac:picMkLst>
        </pc:pic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18" creationId="{3568DC51-BD81-E3A0-C417-9E380511B572}"/>
          </ac:picMkLst>
        </pc:pic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20" creationId="{3D6331A2-98FD-D7FD-DD08-AF17B4C8BD4C}"/>
          </ac:picMkLst>
        </pc:picChg>
        <pc:picChg chg="mod">
          <ac:chgData name="Maarten Marsman" userId="90746270-d662-4e67-8cb8-dda2e7e1873d" providerId="ADAL" clId="{8C781862-5981-52E6-B3E6-C546C8719984}" dt="2025-09-25T07:55:00.257" v="32"/>
          <ac:picMkLst>
            <pc:docMk/>
            <pc:sldMk cId="3400610934" sldId="673"/>
            <ac:picMk id="23" creationId="{3EC840B8-F54E-26B0-839B-863BB0248532}"/>
          </ac:picMkLst>
        </pc:picChg>
        <pc:picChg chg="mod">
          <ac:chgData name="Maarten Marsman" userId="90746270-d662-4e67-8cb8-dda2e7e1873d" providerId="ADAL" clId="{8C781862-5981-52E6-B3E6-C546C8719984}" dt="2025-09-25T07:55:06.138" v="42"/>
          <ac:picMkLst>
            <pc:docMk/>
            <pc:sldMk cId="3400610934" sldId="673"/>
            <ac:picMk id="26" creationId="{9ECF5B26-32DA-BD88-F3D4-559DB7A349E0}"/>
          </ac:picMkLst>
        </pc:picChg>
      </pc:sldChg>
      <pc:sldChg chg="del">
        <pc:chgData name="Maarten Marsman" userId="90746270-d662-4e67-8cb8-dda2e7e1873d" providerId="ADAL" clId="{8C781862-5981-52E6-B3E6-C546C8719984}" dt="2025-09-25T07:53:45.901" v="8" actId="2696"/>
        <pc:sldMkLst>
          <pc:docMk/>
          <pc:sldMk cId="468572158" sldId="676"/>
        </pc:sldMkLst>
      </pc:sldChg>
      <pc:sldChg chg="delSp add mod">
        <pc:chgData name="Maarten Marsman" userId="90746270-d662-4e67-8cb8-dda2e7e1873d" providerId="ADAL" clId="{8C781862-5981-52E6-B3E6-C546C8719984}" dt="2025-09-25T07:53:49.540" v="10" actId="478"/>
        <pc:sldMkLst>
          <pc:docMk/>
          <pc:sldMk cId="705741196" sldId="682"/>
        </pc:sldMkLst>
        <pc:grpChg chg="del">
          <ac:chgData name="Maarten Marsman" userId="90746270-d662-4e67-8cb8-dda2e7e1873d" providerId="ADAL" clId="{8C781862-5981-52E6-B3E6-C546C8719984}" dt="2025-09-25T07:53:49.540" v="10" actId="478"/>
          <ac:grpSpMkLst>
            <pc:docMk/>
            <pc:sldMk cId="705741196" sldId="682"/>
            <ac:grpSpMk id="6" creationId="{1E5B6332-D2E5-BC2B-22A7-28431BBE9920}"/>
          </ac:grpSpMkLst>
        </pc:grpChg>
        <pc:grpChg chg="del">
          <ac:chgData name="Maarten Marsman" userId="90746270-d662-4e67-8cb8-dda2e7e1873d" providerId="ADAL" clId="{8C781862-5981-52E6-B3E6-C546C8719984}" dt="2025-09-25T07:53:48.313" v="9" actId="478"/>
          <ac:grpSpMkLst>
            <pc:docMk/>
            <pc:sldMk cId="705741196" sldId="682"/>
            <ac:grpSpMk id="30" creationId="{CCC601F9-8881-AD72-B3D2-4D05FF80FF74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16AE5-1C58-C241-8A46-1377EBE29E69}" type="datetimeFigureOut">
              <a:rPr lang="en-US" smtClean="0"/>
              <a:t>10/4/25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3E1A2-D778-C442-AB48-8F915829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493C-55C3-C0BF-4617-7B352669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E49C9-B636-AF6C-3AB1-D815553F5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9FE4-A0D8-F7D6-7DB5-5CD5C283A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82E4B-90F1-9FDD-BE27-DB9452A19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7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6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6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56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1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95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82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9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9650-F1D9-B404-D102-1F2774E8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FC8A6-61AC-1872-437B-4B6DFD837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70707-4557-82E0-7CE9-3EEFFE20C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E7873-84BE-B83A-B670-AD0D0BF39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30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A104B-E102-3511-5961-9D024F88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EBA61-1FCA-2DEE-C4DE-2CDD3E38D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799E5-CF73-2963-C78B-E03E27085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E0727-0965-7C05-0160-56C47BD9C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0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790C-213B-055A-ABC5-DA540E8FE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3404D-113B-2085-12BF-7334ED449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E0CE-7A41-C699-1C98-A1D3329B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58D4-D73A-354A-BDA6-EC5840E1F192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BC645-56D9-D7AE-AD7D-43F6EA45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A53A-0E97-6789-7608-1DF38492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1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606F-5319-118C-C346-ACED9B25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E4A1-9235-7F62-828E-1420F8B84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FB7A7-EEAA-57C1-E809-CBC5E345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B5D5-DE28-C440-BDF1-028B6AF1423E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648DA-1625-7F64-52E1-1C81ACF1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8373-BA8E-FE15-8100-6F40B6E3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0CE9-B8AA-B509-EC25-0F07066D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FF76-01C9-4D2B-7315-F396CF90B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1039-91C2-3392-3FAD-E849BAC4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9A61-D284-0D4A-9DF0-028259DBBB4C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D759-15B8-CA98-7B43-23F52F40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77AAE-C1A1-50C0-8B0E-98BAE52C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47E2-4270-E6D9-3C97-50EEA253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C5C7-C1E7-E853-6D12-6F37CF5FF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5685-99B4-EC24-7C51-A730541A3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22140-04CC-B153-59BB-B8CDA96B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0DF-029D-C34D-AD03-BBECC054E3EF}" type="datetime1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0466F-CD6E-261F-55CE-D99D2921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F1ED7-3536-E937-7683-62EF893F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6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6C10-689E-B53C-C9B2-8B0D48D9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5275C-72E5-19B4-EB4E-05C965DB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BF714-B679-362A-29CA-87611F9A7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881A5-8F6F-8F26-F257-2D9324296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B3E8C-F438-AF33-CABE-FDE4CCD32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E99C9-ADBB-D6C5-6710-156F80C0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0892-B22B-E34F-96DA-CF8E095B4CCD}" type="datetime1">
              <a:rPr lang="en-US" smtClean="0"/>
              <a:t>10/4/25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4482D-B530-ACDD-B4D6-F87447B1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4BE94-4996-B4D8-70E6-CF56B96D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1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EF23-59A3-4AF1-402E-0CEA2FDE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8FC82-42D8-C668-3551-4011D71A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C1A6-E63E-3041-AB70-8C1DE95A7079}" type="datetime1">
              <a:rPr lang="en-US" smtClean="0"/>
              <a:t>10/4/25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F9D48-ADE1-3BCC-8ABD-3E1105F2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A5453-6AC0-1872-16B2-FA1FD831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0C30D-E9D9-631E-E07B-BE25AEE4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8405-9D8F-3545-8A13-BD90D474B687}" type="datetime1">
              <a:rPr lang="en-US" smtClean="0"/>
              <a:t>10/4/25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82AA2-EFCA-4C2E-BAB9-554039FA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083B4-6EE0-AB1C-A540-5867E6E4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DA0E-3330-179B-119F-33D4180F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6F33-818D-9F94-101F-4C0EDC22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EBEF7-E15D-2E31-E0BB-B4945C389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6F7F7-812B-AA5E-B5C6-B2D0212E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E772-4490-2B47-A10A-C999148E72BF}" type="datetime1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B7710-37CA-AC83-933A-FAB2217D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F5BE7-DADC-B30E-31CA-AF2EB700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8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6792-27CC-38C1-501C-47387303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77F787-F7F2-86CC-0823-48FA169E3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004EC-3022-3EED-8891-061D0634E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1FEC4-B6F3-8F84-153B-1C69F212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B597-AA40-EC49-AFE4-254F62A4BA9C}" type="datetime1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E0C4A-05B3-167A-9112-9428A177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FD227-4176-9773-21AD-75C880D8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036E-E110-9EEE-A4BA-5C9A7EB5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2D5EC-EEAC-1A7D-7A03-BD0B60143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D3A7B-34D4-3913-EC2B-042F479E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31214-8B4C-4F41-966D-619BE8F1A95B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9253B-0A99-38D0-F2D6-0B715DE8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F35A-5E93-C5F1-4A99-249706F7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6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07819-34DC-B529-70F9-D90F0B5FD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E8DD7-8CFF-E9B0-939A-9EAD1F42E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9D74-3C85-8B9E-1583-44A1D103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5F2F0-5D76-B64E-89B5-775814C10729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C8DA3-E276-FA75-5BEE-E0B3558B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BF16-84ED-3C67-51AC-8445C1D5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7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B9667-5599-6838-AD95-762D8A68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D55C-C25C-3222-D83C-35CA5FDFB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AF6E-18A7-A70E-05BE-F710BC6B9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0C8BE-E19A-D942-8D04-CEEB89E39449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32CB6-3DF0-FD3F-E1EF-A040F0D89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22B07-086B-300E-C8B4-21828A3AD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2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if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image" Target="../media/image33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5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12" Type="http://schemas.openxmlformats.org/officeDocument/2006/relationships/image" Target="../media/image5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5" Type="http://schemas.openxmlformats.org/officeDocument/2006/relationships/image" Target="../media/image47.emf"/><Relationship Id="rId15" Type="http://schemas.openxmlformats.org/officeDocument/2006/relationships/image" Target="../media/image44.emf"/><Relationship Id="rId10" Type="http://schemas.openxmlformats.org/officeDocument/2006/relationships/image" Target="../media/image52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Relationship Id="rId14" Type="http://schemas.openxmlformats.org/officeDocument/2006/relationships/image" Target="../media/image56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5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12" Type="http://schemas.openxmlformats.org/officeDocument/2006/relationships/image" Target="../media/image54.emf"/><Relationship Id="rId17" Type="http://schemas.openxmlformats.org/officeDocument/2006/relationships/image" Target="../media/image59.e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5" Type="http://schemas.openxmlformats.org/officeDocument/2006/relationships/image" Target="../media/image47.emf"/><Relationship Id="rId15" Type="http://schemas.openxmlformats.org/officeDocument/2006/relationships/image" Target="../media/image57.emf"/><Relationship Id="rId10" Type="http://schemas.openxmlformats.org/officeDocument/2006/relationships/image" Target="../media/image52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Relationship Id="rId14" Type="http://schemas.openxmlformats.org/officeDocument/2006/relationships/image" Target="../media/image56.e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60.tif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5AC5EF-8EE6-11CC-4874-529A8CF87034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38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DB2978-95A3-2651-2A14-2F7C747188B4}"/>
              </a:ext>
            </a:extLst>
          </p:cNvPr>
          <p:cNvSpPr txBox="1">
            <a:spLocks/>
          </p:cNvSpPr>
          <p:nvPr/>
        </p:nvSpPr>
        <p:spPr>
          <a:xfrm>
            <a:off x="4355119" y="2472512"/>
            <a:ext cx="3403426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Theory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0D9AC-8FC8-F504-6D43-9CAFBD7C55B4}"/>
              </a:ext>
            </a:extLst>
          </p:cNvPr>
          <p:cNvSpPr txBox="1"/>
          <p:nvPr/>
        </p:nvSpPr>
        <p:spPr>
          <a:xfrm>
            <a:off x="111338" y="5380672"/>
            <a:ext cx="347316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What is psychometrics? 2025</a:t>
            </a:r>
          </a:p>
          <a:p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m.marsman@uva.nl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AA6765C-78AC-25BD-EE30-6156E5903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C65B14-B799-9A38-6F07-051B43D48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369B566F-BFE7-B20A-5904-51CEF27B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7832DEF9-E8C6-7AC4-066D-4C5344F44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15" name="Picture 2" descr="logo NWO">
            <a:extLst>
              <a:ext uri="{FF2B5EF4-FFF2-40B4-BE49-F238E27FC236}">
                <a16:creationId xmlns:a16="http://schemas.microsoft.com/office/drawing/2014/main" id="{A6DE1C10-F3DF-60C6-DE51-1513FF695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920D8A20-C5DE-2520-9354-1E19381AA8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309AA-B842-06E6-C3C2-AA38AB77C141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CF7D65-92F1-335B-407C-7BBBB10F16B0}"/>
              </a:ext>
            </a:extLst>
          </p:cNvPr>
          <p:cNvGrpSpPr/>
          <p:nvPr/>
        </p:nvGrpSpPr>
        <p:grpSpPr>
          <a:xfrm>
            <a:off x="5328372" y="2305032"/>
            <a:ext cx="4297780" cy="2532944"/>
            <a:chOff x="6625622" y="2162528"/>
            <a:chExt cx="4297780" cy="25329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9AD7E88-42AC-6605-C57C-8B0924F256B6}"/>
                </a:ext>
              </a:extLst>
            </p:cNvPr>
            <p:cNvGrpSpPr/>
            <p:nvPr/>
          </p:nvGrpSpPr>
          <p:grpSpPr>
            <a:xfrm>
              <a:off x="6625622" y="2162528"/>
              <a:ext cx="4297780" cy="2532944"/>
              <a:chOff x="4115174" y="2349000"/>
              <a:chExt cx="4297780" cy="2532944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45ED9589-4837-E156-D5C9-4D8B5B742D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000" y="2349000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2AA871-57A9-8459-C059-06754766370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4297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Tutorial /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5BF400-7A6B-1E6E-E586-EF008AEE83F2}"/>
                </a:ext>
              </a:extLst>
            </p:cNvPr>
            <p:cNvGrpSpPr/>
            <p:nvPr/>
          </p:nvGrpSpPr>
          <p:grpSpPr>
            <a:xfrm>
              <a:off x="9200738" y="2461664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42E5866C-A176-6E05-8D3E-80D0F2877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928C2CD5-B2F3-6469-2971-7FB3D5BE418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638E2915-6D3F-6446-6CF8-6D20403F84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3A6D1DB8-A6A8-3C67-DB75-E00EFF2D99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AF6AF1-8C19-C345-5C20-9CF249C68A2D}"/>
              </a:ext>
            </a:extLst>
          </p:cNvPr>
          <p:cNvGrpSpPr/>
          <p:nvPr/>
        </p:nvGrpSpPr>
        <p:grpSpPr>
          <a:xfrm>
            <a:off x="2413756" y="2305032"/>
            <a:ext cx="2355260" cy="2509194"/>
            <a:chOff x="1029505" y="2349000"/>
            <a:chExt cx="2355260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DCCD6E7-30A4-B274-0D8C-2440FF98A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856E85-F669-8ADA-E723-148C695F19AE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80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41A2-609C-6310-E3CC-54D757EC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CFAF-6F05-5830-4F6C-3F1D6BBBD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451298-71FD-2564-5DE2-31E166F0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2BF67-1B65-CBD9-762D-9DF34D0DAB1F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A1D862-EC54-0791-2A8C-A559CD0982EF}"/>
              </a:ext>
            </a:extLst>
          </p:cNvPr>
          <p:cNvGrpSpPr/>
          <p:nvPr/>
        </p:nvGrpSpPr>
        <p:grpSpPr>
          <a:xfrm>
            <a:off x="2413756" y="2305032"/>
            <a:ext cx="2355260" cy="2509194"/>
            <a:chOff x="1029505" y="2349000"/>
            <a:chExt cx="2355260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8A1C403-F8F4-7914-E386-3F3AC1381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74FD63-FF75-2A17-7475-57BB97E8F611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962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4E89-A9D7-A097-6FD5-53F60284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36E471-21D8-F79C-9421-0BA24E26C43E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53B301-2898-18CD-4349-3E8824BA12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8BF5419-D817-C74F-BD9D-98E036ED969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41EA41-1DE1-464C-76BC-2D6E954200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D14C79-4F50-06BE-11BC-194B16311A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4A7EE2C-BF4C-CC79-6D24-9F51F93084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BDC07-D59B-74E5-FA8D-A21EB35F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89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758E1B-05A6-3166-4945-3458669781CF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C2A8D40-EABC-1BC2-1836-B943CD104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4CE34F3-3700-D81D-D295-B0DA0C321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3BD45C9-BAD2-64DC-271A-6E211F4143B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D159920-2DD7-332C-1F6F-F922377C30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E784340-3D42-AE3D-899A-E094BDF570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ED41DF-820E-0B77-4CEE-048DD2E1EC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922D04-B800-4277-DF68-A0DE04966C9B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8CC878A-44DC-FC25-16F2-977C31B75D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2E6299-AC1B-08D4-D535-5B21F828AC8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618129C-8FBF-B19B-C580-243F7E5F3B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29CF71C-93F8-A6C3-6E5F-E5BD0CCCA6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ED3D996-9EE9-9254-F64F-1320D1D339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7F0D0-9B25-CDDD-C11A-7862A8F3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BC1889-1E75-C22E-51D0-9DA11E9FD49A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25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BE3CE7-C89B-8154-28E8-9934CD184937}"/>
              </a:ext>
            </a:extLst>
          </p:cNvPr>
          <p:cNvSpPr txBox="1">
            <a:spLocks/>
          </p:cNvSpPr>
          <p:nvPr/>
        </p:nvSpPr>
        <p:spPr>
          <a:xfrm>
            <a:off x="6567483" y="5735017"/>
            <a:ext cx="5570883" cy="5200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is the effect?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6F53A9-EF9E-AAC5-BBAB-0EF039FA8F0A}"/>
              </a:ext>
            </a:extLst>
          </p:cNvPr>
          <p:cNvGrpSpPr>
            <a:grpSpLocks noChangeAspect="1"/>
          </p:cNvGrpSpPr>
          <p:nvPr/>
        </p:nvGrpSpPr>
        <p:grpSpPr>
          <a:xfrm>
            <a:off x="8344622" y="3642238"/>
            <a:ext cx="2047227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E63AAB-1C69-5956-4BB8-EC7F390689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60492C-15EA-22B0-2703-42A47D7ED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C0F68FB-7AA9-41AC-7803-F6D0BE06CED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FBD581-6513-A5CB-43F1-7020E55E77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16B6DF-08DB-39A0-9886-E6430A0D67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F0F7D2E-A032-DE9B-BBE1-CA9BC3B52C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F558C1-AB51-55BE-FFD2-D1A0FBB6999C}"/>
              </a:ext>
            </a:extLst>
          </p:cNvPr>
          <p:cNvGrpSpPr>
            <a:grpSpLocks noChangeAspect="1"/>
          </p:cNvGrpSpPr>
          <p:nvPr/>
        </p:nvGrpSpPr>
        <p:grpSpPr>
          <a:xfrm>
            <a:off x="7002113" y="1876984"/>
            <a:ext cx="2047227" cy="16200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184B64-907C-6466-B30D-F94603EF7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EBD318-D1F5-A9B8-ECCA-5501414CC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BA0DF21-6C55-026B-C687-C64DC8C67573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8B80A23-2A9A-717C-168D-EDF4ED956D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18B4058-BE31-D6EE-97E8-7BDF8DA2C2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18C959-2D13-664D-35A5-365F1713D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9E37A0E-A48F-E478-BD0B-6C31B4E9AD2C}"/>
              </a:ext>
            </a:extLst>
          </p:cNvPr>
          <p:cNvGrpSpPr>
            <a:grpSpLocks noChangeAspect="1"/>
          </p:cNvGrpSpPr>
          <p:nvPr/>
        </p:nvGrpSpPr>
        <p:grpSpPr>
          <a:xfrm>
            <a:off x="9710343" y="1876983"/>
            <a:ext cx="2047227" cy="1620000"/>
            <a:chOff x="5893200" y="2222499"/>
            <a:chExt cx="1558800" cy="123350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DCD450D-D2E1-4449-9751-48454C3FD4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AD48C93-2FE7-312C-F350-F54A7C7CB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B960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8C7D45-BCDF-0DE5-1C7C-4AF1B2E07707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2DA0294-4BF8-4E76-48AB-D275C95F46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55B05D8-15D9-B7B9-0768-57DB0557D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A02677B-1F24-CFC5-17AB-6382D39188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A3D1AFE-E543-1321-C8F7-18B5FD092A45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E681E5-E0DF-829F-748B-3270789CDF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9008CB5-7C7C-7C18-09C0-C7C0D1F453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4866014-4400-5918-8A53-92DC97A4679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90A52E-A1A1-926A-D59F-7FB5AFF9B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325150A-A7EE-283D-3F22-A835BB9028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DF68290-4435-9E7D-9A32-C29B44150A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6AD76-79D0-2B79-8B20-032A684F5742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806F10A-230C-B827-C72F-3B2347B706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73F6CF5-8A05-1A94-6310-B74D2FC77C5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F6B8523-C6BE-F4DF-C68C-815BA4AAF3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EFD9F93-822E-1549-633A-93BF8C5A68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4F14275-7937-2986-7397-7F4328F2ED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FF934FBF-F705-D955-18CE-B4DF650F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6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C15BB06D-5240-CF1D-6DC8-C3C981ADD4CF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BE3CE7-C89B-8154-28E8-9934CD184937}"/>
              </a:ext>
            </a:extLst>
          </p:cNvPr>
          <p:cNvSpPr txBox="1">
            <a:spLocks/>
          </p:cNvSpPr>
          <p:nvPr/>
        </p:nvSpPr>
        <p:spPr>
          <a:xfrm>
            <a:off x="6567483" y="5735017"/>
            <a:ext cx="5570883" cy="5200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is the effect?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8C1EAC-708D-9249-2D43-1275CC94ACEC}"/>
              </a:ext>
            </a:extLst>
          </p:cNvPr>
          <p:cNvSpPr/>
          <p:nvPr/>
        </p:nvSpPr>
        <p:spPr>
          <a:xfrm>
            <a:off x="673100" y="1690688"/>
            <a:ext cx="5549900" cy="4564339"/>
          </a:xfrm>
          <a:prstGeom prst="rect">
            <a:avLst/>
          </a:prstGeom>
          <a:noFill/>
          <a:ln w="603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15069A-F52E-1D82-E675-FD61848C12F8}"/>
              </a:ext>
            </a:extLst>
          </p:cNvPr>
          <p:cNvGrpSpPr>
            <a:grpSpLocks noChangeAspect="1"/>
          </p:cNvGrpSpPr>
          <p:nvPr/>
        </p:nvGrpSpPr>
        <p:grpSpPr>
          <a:xfrm>
            <a:off x="8344622" y="3642238"/>
            <a:ext cx="2047227" cy="1620000"/>
            <a:chOff x="5893200" y="2222499"/>
            <a:chExt cx="1558800" cy="12335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BBE1C1B-5746-8EF9-FC9C-F99FE1882B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7A9285-6F69-DFCD-89A0-5709DE5E9A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50E1DC7-E90D-40F4-8262-FC3E388FA3E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BF5F395-8A4D-00E7-3AA2-8C2DB5D3DE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6C70DDA-4519-30B5-0956-BCBA4096D7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DDBCB3D-56BF-D721-E25D-D5BF7C088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54FC73-798C-A88A-7BB1-6C82F298C11F}"/>
              </a:ext>
            </a:extLst>
          </p:cNvPr>
          <p:cNvGrpSpPr>
            <a:grpSpLocks noChangeAspect="1"/>
          </p:cNvGrpSpPr>
          <p:nvPr/>
        </p:nvGrpSpPr>
        <p:grpSpPr>
          <a:xfrm>
            <a:off x="7002113" y="1876984"/>
            <a:ext cx="2047227" cy="1620000"/>
            <a:chOff x="5893200" y="2222499"/>
            <a:chExt cx="1558800" cy="1233501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F25DD88-8231-FEC4-0AA7-A8BC43DEF4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63160F2-00B6-A4E4-02CA-F93808BA4D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AF5DEB6-232B-A37F-AB5A-E7329F8CB6F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5414E8-7197-032E-20C8-19ACF61C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5C7FA9F-7E28-978F-4C0A-0B38B3CEEB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B4CAAE4-79A3-C4D6-AC64-C83A71F5A7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FC124D8-B759-D3B8-E261-D73DD36C45FC}"/>
              </a:ext>
            </a:extLst>
          </p:cNvPr>
          <p:cNvGrpSpPr>
            <a:grpSpLocks noChangeAspect="1"/>
          </p:cNvGrpSpPr>
          <p:nvPr/>
        </p:nvGrpSpPr>
        <p:grpSpPr>
          <a:xfrm>
            <a:off x="9710343" y="1876983"/>
            <a:ext cx="2047227" cy="1620000"/>
            <a:chOff x="5893200" y="2222499"/>
            <a:chExt cx="1558800" cy="123350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45F784F-A365-D4C4-BA95-064F1886D0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0ED8F9D-CB2E-49C9-AA49-F7F1B1557B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B960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DB740A4-C1A9-15F8-21E3-F186B0C80369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531A19F-8FAF-48D6-16A4-5D46F1C922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B65A575-44BE-A54A-2F97-4B43F8D963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1EF8778-AA70-B70F-9FA5-3867CA124B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4EF36C-0F71-D07D-7D27-C65DC69C6A44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E3398AA-A51C-CCE7-8F1B-003190072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57EC79-3518-1082-4286-AC006419C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B7E7C0E-503A-F6BB-1EAE-0DABF26E9F89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0F31FB-5904-5076-FC37-C348B2D217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FBB222-D64A-E7FA-4B70-44C31A1DFE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A9449B-65CF-50C1-FEBA-D8A273C5E4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E21B66-AB51-01DA-B350-49E2C1E762A3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D942932-D1EA-3996-36A4-B5A897FA4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9E29BBF-3321-51B3-3105-F50D071B831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4A7E94B-2D4D-B3D4-432A-F4B50D96D3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CB71693-DFD1-30B0-B7AC-AAC9939411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D5C5BAC-BF40-7227-1D9C-CD44A7B4A5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DA02DF76-8479-930D-B21B-F73F4F53D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7</a:t>
            </a:fld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F0563E5-B759-DDE0-BCA5-44885EB3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</a:p>
        </p:txBody>
      </p:sp>
    </p:spTree>
    <p:extLst>
      <p:ext uri="{BB962C8B-B14F-4D97-AF65-F5344CB8AC3E}">
        <p14:creationId xmlns:p14="http://schemas.microsoft.com/office/powerpoint/2010/main" val="278310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B18D7-A4E8-6D40-6486-C11617FD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661D9D-E435-449C-62BE-1742E0B9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</a:p>
        </p:txBody>
      </p:sp>
    </p:spTree>
    <p:extLst>
      <p:ext uri="{BB962C8B-B14F-4D97-AF65-F5344CB8AC3E}">
        <p14:creationId xmlns:p14="http://schemas.microsoft.com/office/powerpoint/2010/main" val="1222935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E09D2E-3E62-33B0-07FC-6CCCAB912302}"/>
              </a:ext>
            </a:extLst>
          </p:cNvPr>
          <p:cNvSpPr/>
          <p:nvPr/>
        </p:nvSpPr>
        <p:spPr>
          <a:xfrm>
            <a:off x="6096000" y="1710959"/>
            <a:ext cx="4161183" cy="479062"/>
          </a:xfrm>
          <a:prstGeom prst="roundRect">
            <a:avLst/>
          </a:prstGeom>
          <a:solidFill>
            <a:srgbClr val="FF000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7AD9D51-7ADD-0304-E07E-E90D88E3BE8E}"/>
              </a:ext>
            </a:extLst>
          </p:cNvPr>
          <p:cNvSpPr/>
          <p:nvPr/>
        </p:nvSpPr>
        <p:spPr>
          <a:xfrm rot="18966289">
            <a:off x="1810212" y="3637517"/>
            <a:ext cx="2206555" cy="479062"/>
          </a:xfrm>
          <a:prstGeom prst="roundRect">
            <a:avLst/>
          </a:prstGeom>
          <a:solidFill>
            <a:srgbClr val="FF000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12A11-7E8F-A6F9-B9F3-45B3EE9C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38508-AC52-6C92-1EFC-672A7EDA7EE9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994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80B7-2BA2-BF28-665A-CAD52DAC8FC3}"/>
              </a:ext>
            </a:extLst>
          </p:cNvPr>
          <p:cNvSpPr txBox="1"/>
          <p:nvPr/>
        </p:nvSpPr>
        <p:spPr>
          <a:xfrm>
            <a:off x="6096000" y="3814250"/>
            <a:ext cx="6109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possible explanations: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792F6-2B54-85A1-43AE-CEF44B8B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701F1-7FB0-5049-9585-A527C598278C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12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80B7-2BA2-BF28-665A-CAD52DAC8FC3}"/>
              </a:ext>
            </a:extLst>
          </p:cNvPr>
          <p:cNvSpPr txBox="1"/>
          <p:nvPr/>
        </p:nvSpPr>
        <p:spPr>
          <a:xfrm>
            <a:off x="6096000" y="3814250"/>
            <a:ext cx="61092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possible explanations: </a:t>
            </a:r>
          </a:p>
          <a:p>
            <a:pPr marL="457200" indent="-312738">
              <a:buFont typeface="+mj-lt"/>
              <a:buAutoNum type="arabicPeriod"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Too little information.</a:t>
            </a:r>
          </a:p>
          <a:p>
            <a:pPr marL="144462"/>
            <a:endParaRPr lang="en-US" sz="28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51704D-85E5-82F9-FB9D-7C8B29CBBBE1}"/>
              </a:ext>
            </a:extLst>
          </p:cNvPr>
          <p:cNvSpPr/>
          <p:nvPr/>
        </p:nvSpPr>
        <p:spPr>
          <a:xfrm>
            <a:off x="6689052" y="4263763"/>
            <a:ext cx="3223574" cy="485968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48BE26-51DC-4A1B-992C-2642E97A9547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56F8C4-A47D-0EE0-6951-15D15C1006C2}"/>
              </a:ext>
            </a:extLst>
          </p:cNvPr>
          <p:cNvCxnSpPr>
            <a:cxnSpLocks/>
            <a:stCxn id="70" idx="7"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42FB-9AB7-C690-FCA4-1C14CF75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11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6FB58AF-A4EC-D435-4722-1A9326785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</a:p>
        </p:txBody>
      </p:sp>
    </p:spTree>
    <p:extLst>
      <p:ext uri="{BB962C8B-B14F-4D97-AF65-F5344CB8AC3E}">
        <p14:creationId xmlns:p14="http://schemas.microsoft.com/office/powerpoint/2010/main" val="3509169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80B7-2BA2-BF28-665A-CAD52DAC8FC3}"/>
              </a:ext>
            </a:extLst>
          </p:cNvPr>
          <p:cNvSpPr txBox="1"/>
          <p:nvPr/>
        </p:nvSpPr>
        <p:spPr>
          <a:xfrm>
            <a:off x="6096000" y="3814250"/>
            <a:ext cx="61092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possible explanations: </a:t>
            </a:r>
          </a:p>
          <a:p>
            <a:pPr marL="457200" indent="-312738">
              <a:buFont typeface="+mj-lt"/>
              <a:buAutoNum type="arabicPeriod"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Too little information.</a:t>
            </a:r>
          </a:p>
          <a:p>
            <a:pPr marL="457200" indent="-312738">
              <a:buFont typeface="+mj-lt"/>
              <a:buAutoNum type="arabicPeriod"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True absence.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D0F60B-72BF-7219-8284-A5DCC4A5D3E7}"/>
              </a:ext>
            </a:extLst>
          </p:cNvPr>
          <p:cNvSpPr/>
          <p:nvPr/>
        </p:nvSpPr>
        <p:spPr>
          <a:xfrm>
            <a:off x="6689051" y="4695050"/>
            <a:ext cx="2229661" cy="485968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3AE553-AC93-D0C8-EE71-C596720DD418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6F7CCB-1AD3-1F50-2E48-AE59667A0E9A}"/>
              </a:ext>
            </a:extLst>
          </p:cNvPr>
          <p:cNvCxnSpPr>
            <a:cxnSpLocks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DB94CA-1EF4-44C9-64F6-6254E20A1B94}"/>
              </a:ext>
            </a:extLst>
          </p:cNvPr>
          <p:cNvSpPr/>
          <p:nvPr/>
        </p:nvSpPr>
        <p:spPr>
          <a:xfrm rot="20991574">
            <a:off x="1617313" y="2878910"/>
            <a:ext cx="2039968" cy="479062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862BDD-048F-D054-EAEC-2BFE238CF6F6}"/>
              </a:ext>
            </a:extLst>
          </p:cNvPr>
          <p:cNvSpPr/>
          <p:nvPr/>
        </p:nvSpPr>
        <p:spPr>
          <a:xfrm>
            <a:off x="6689052" y="4263763"/>
            <a:ext cx="3223574" cy="485968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FE8E67-EAE1-C76B-4FC1-E51AE73F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12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A4CE7DF-C766-0D61-3603-6C4D5FC4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</a:p>
        </p:txBody>
      </p:sp>
    </p:spTree>
    <p:extLst>
      <p:ext uri="{BB962C8B-B14F-4D97-AF65-F5344CB8AC3E}">
        <p14:creationId xmlns:p14="http://schemas.microsoft.com/office/powerpoint/2010/main" val="18982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5979205" y="1690688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estimation is insufficient to determine whether an edge should be included or excluded.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7ACB1-E061-E104-E111-DF4779D6E3DD}"/>
              </a:ext>
            </a:extLst>
          </p:cNvPr>
          <p:cNvSpPr txBox="1"/>
          <p:nvPr/>
        </p:nvSpPr>
        <p:spPr>
          <a:xfrm>
            <a:off x="5979205" y="4027244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Inclusion tests need to distinguish between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evidence of absence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and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absence of evidence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</a:t>
            </a:r>
            <a:endParaRPr lang="en-US" sz="2800" i="1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558606-8BA0-DDE9-D58C-1C9C72F75C10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E38A89-7460-19E0-355E-A5C30B7A2552}"/>
              </a:ext>
            </a:extLst>
          </p:cNvPr>
          <p:cNvCxnSpPr>
            <a:cxnSpLocks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727AE-99CE-99B2-3FCD-44E770F5BF47}"/>
              </a:ext>
            </a:extLst>
          </p:cNvPr>
          <p:cNvSpPr/>
          <p:nvPr/>
        </p:nvSpPr>
        <p:spPr>
          <a:xfrm rot="20991574">
            <a:off x="1617313" y="2878910"/>
            <a:ext cx="2039968" cy="479062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404961-394F-1D18-5AFF-A3F1F32F8C54}"/>
              </a:ext>
            </a:extLst>
          </p:cNvPr>
          <p:cNvSpPr/>
          <p:nvPr/>
        </p:nvSpPr>
        <p:spPr>
          <a:xfrm>
            <a:off x="7527826" y="4422890"/>
            <a:ext cx="3521174" cy="485968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6537BC-A3DE-35AE-0B96-1FA6CC152C10}"/>
              </a:ext>
            </a:extLst>
          </p:cNvPr>
          <p:cNvSpPr/>
          <p:nvPr/>
        </p:nvSpPr>
        <p:spPr>
          <a:xfrm>
            <a:off x="6740426" y="4903292"/>
            <a:ext cx="3521174" cy="486000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C1946-96A2-13BA-8D2E-2869F40F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13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3712C05-A601-E358-CE78-0FBE02FF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take-home messages</a:t>
            </a:r>
          </a:p>
        </p:txBody>
      </p:sp>
    </p:spTree>
    <p:extLst>
      <p:ext uri="{BB962C8B-B14F-4D97-AF65-F5344CB8AC3E}">
        <p14:creationId xmlns:p14="http://schemas.microsoft.com/office/powerpoint/2010/main" val="3018311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D88457B-F880-885C-2248-EA0BEA865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89298">
            <a:off x="10310280" y="2977933"/>
            <a:ext cx="1592590" cy="151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AFBD98-A1A9-C883-BAB8-F6A9ED34A4D5}"/>
              </a:ext>
            </a:extLst>
          </p:cNvPr>
          <p:cNvSpPr/>
          <p:nvPr/>
        </p:nvSpPr>
        <p:spPr>
          <a:xfrm>
            <a:off x="5973650" y="3925613"/>
            <a:ext cx="5555455" cy="1789388"/>
          </a:xfrm>
          <a:prstGeom prst="rect">
            <a:avLst/>
          </a:prstGeom>
          <a:solidFill>
            <a:schemeClr val="bg1"/>
          </a:solidFill>
          <a:ln w="603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5979205" y="1690688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estimation is insufficient to determine whether an edge should be included or excluded.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7ACB1-E061-E104-E111-DF4779D6E3DD}"/>
              </a:ext>
            </a:extLst>
          </p:cNvPr>
          <p:cNvSpPr txBox="1"/>
          <p:nvPr/>
        </p:nvSpPr>
        <p:spPr>
          <a:xfrm>
            <a:off x="5979205" y="4027244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Inclusion tests need to distinguish between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evidence of absence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and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absence of evidence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</a:t>
            </a:r>
            <a:endParaRPr lang="en-US" sz="2800" i="1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558606-8BA0-DDE9-D58C-1C9C72F75C10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E38A89-7460-19E0-355E-A5C30B7A2552}"/>
              </a:ext>
            </a:extLst>
          </p:cNvPr>
          <p:cNvCxnSpPr>
            <a:cxnSpLocks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727AE-99CE-99B2-3FCD-44E770F5BF47}"/>
              </a:ext>
            </a:extLst>
          </p:cNvPr>
          <p:cNvSpPr/>
          <p:nvPr/>
        </p:nvSpPr>
        <p:spPr>
          <a:xfrm rot="20991574">
            <a:off x="1617313" y="2878910"/>
            <a:ext cx="2039968" cy="479062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404961-394F-1D18-5AFF-A3F1F32F8C54}"/>
              </a:ext>
            </a:extLst>
          </p:cNvPr>
          <p:cNvSpPr/>
          <p:nvPr/>
        </p:nvSpPr>
        <p:spPr>
          <a:xfrm>
            <a:off x="7527826" y="4422890"/>
            <a:ext cx="3521174" cy="485968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6537BC-A3DE-35AE-0B96-1FA6CC152C10}"/>
              </a:ext>
            </a:extLst>
          </p:cNvPr>
          <p:cNvSpPr/>
          <p:nvPr/>
        </p:nvSpPr>
        <p:spPr>
          <a:xfrm>
            <a:off x="6740426" y="4903292"/>
            <a:ext cx="3521174" cy="486000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92ECE-BDC1-5C74-39DC-424F04F8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14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5992F3-4CBB-F805-7E7F-9DC0EE53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take-home messages</a:t>
            </a:r>
          </a:p>
        </p:txBody>
      </p:sp>
    </p:spTree>
    <p:extLst>
      <p:ext uri="{BB962C8B-B14F-4D97-AF65-F5344CB8AC3E}">
        <p14:creationId xmlns:p14="http://schemas.microsoft.com/office/powerpoint/2010/main" val="3685967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AD64-DCC2-6B23-535C-C2CDA255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2106B2-64A2-066E-0F42-6AB36EA88D9A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68F9FF-38F4-607D-FACD-C7774C5DC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84159"/>
            <a:ext cx="3721100" cy="469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1E1BF8-03B1-D9B8-C827-A0DD0696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07D8A4-5D33-0C9A-7DC4-788F1B674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</p:spTree>
    <p:extLst>
      <p:ext uri="{BB962C8B-B14F-4D97-AF65-F5344CB8AC3E}">
        <p14:creationId xmlns:p14="http://schemas.microsoft.com/office/powerpoint/2010/main" val="1318589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89E45-1905-2766-8052-D547C539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84159"/>
            <a:ext cx="3721100" cy="4699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84B5F-C5DD-CCBA-86E7-AC1BD517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73D193-CFA3-C510-D396-02833C46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</p:spTree>
    <p:extLst>
      <p:ext uri="{BB962C8B-B14F-4D97-AF65-F5344CB8AC3E}">
        <p14:creationId xmlns:p14="http://schemas.microsoft.com/office/powerpoint/2010/main" val="1698325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89E45-1905-2766-8052-D547C539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84159"/>
            <a:ext cx="3721100" cy="4699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7842105-532C-A284-DB72-4C9867A07F63}"/>
              </a:ext>
            </a:extLst>
          </p:cNvPr>
          <p:cNvGrpSpPr/>
          <p:nvPr/>
        </p:nvGrpSpPr>
        <p:grpSpPr>
          <a:xfrm>
            <a:off x="6093521" y="3407904"/>
            <a:ext cx="5119618" cy="2910797"/>
            <a:chOff x="1510575" y="1684055"/>
            <a:chExt cx="5119618" cy="2910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918D70-F9BE-5D26-9EC0-A6E2E66E6D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5AB2023-EC5C-4736-B8E0-0AB4DCC8B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F56C55-26E7-A84D-BA68-AB90A2308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C4A5B02-57AA-493C-D5D3-BAA59F80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894B9AB-39F9-55A4-6553-0142F171F1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0824BE-FF60-DF3A-063C-6CFAAFBEF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69F1AEE-B7A4-44BC-494F-571B8BCAB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745553-0D5D-E202-8065-F021ACACF5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9BB58D7-4658-5754-5DFB-A121CF487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125C7B-7165-8253-9636-B5E51BFDF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64A6F3-6FEA-6CDF-FEC3-93345227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9324275-06CA-B864-73A0-019F00B2D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658D27-DF85-739B-92D1-98A9BECA2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46393F-9074-7890-DBB1-3F9222CAB0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29D048D-939B-71A0-C001-FA53092EF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ADF4343-02AE-F48A-099F-8161C422B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31E709-E4D1-66AC-94B1-14A1900DF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33D74A2-A2D9-EAD6-4997-360E6E7982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6829EEE-45D2-15A1-9BAA-798036A7A5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3E82F8-ADC0-96B8-663D-2CB17A86E2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7F6249-3FA7-7E2E-37CA-83D6F5E52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20584E-494D-5D3B-704F-D42DD970D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D5A7A7E-6952-4D83-99EE-456C403A7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209E75-7AE6-319A-7922-E8F9BFAB66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DC0F4C-A058-4307-E143-CEAF07C7EB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441007-B71E-D3EF-472E-773B3AE593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CADDB7B-1DBC-A4D8-8E6D-B2DA11156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42C193-FC29-6F07-4EEC-EBA58FF3D5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058F91B-C2BB-5B86-5BC1-5ADF05422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B668E4-F39A-12E6-C2C7-51962CC24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7C261C-DDD8-2D99-BBE4-E7B92044D9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4DC6F7D-96A0-A753-0EEB-8303514B59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53BBD3-1469-5132-F622-DD0C700B09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47770B-1DCB-0F34-E4BC-37EAB65CF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9A3155-B35E-05AA-310F-CC0EAC3EEE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46DA280-E6BC-1681-E676-4BDAE38F8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D400C3-5552-91DF-B29E-A6B2C8B8C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0921EA-FDAA-7562-DE8B-56ADB758D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778E202-159F-D285-E11E-11D14F5934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F9B155-38F8-94ED-3162-44DEED775C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69529EB-AEC9-4FF3-DD20-6FB5B08C8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14E43E1-2D5B-196C-A600-50C82B32F7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9EA64F-727C-8281-9131-68AAF2F4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3492833-7BBD-51FE-B696-01CED48BB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2B8DA9-53B4-FA90-A64F-21C5D3A1CB75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A7951-1BF2-F3A5-D774-6177E8A2D768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24559-3064-64B7-7049-FD7F84B6B060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A8720-2ACD-ED09-1A4E-F0BDCB0D461F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997E1C-457A-2387-05B8-BA9203158643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5B42BC-7866-52DE-EB6F-6AEDC402BF78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48896E-0F25-7AF9-DA08-F2DC2A50FAD1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1D9F90-4A49-1FD5-B794-0D91FC15B65C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6DFE55-37B2-E5C8-2108-5B740396E592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F5584E57-3286-11EB-275B-7CF779EC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17</a:t>
            </a:fld>
            <a:endParaRPr lang="en-US"/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5F35C850-E8E7-CF8C-E4E8-53389A44FED2}"/>
              </a:ext>
            </a:extLst>
          </p:cNvPr>
          <p:cNvSpPr txBox="1">
            <a:spLocks/>
          </p:cNvSpPr>
          <p:nvPr/>
        </p:nvSpPr>
        <p:spPr>
          <a:xfrm>
            <a:off x="198783" y="365125"/>
            <a:ext cx="111550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599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0D4C2EFC-83EE-3628-A973-67BA4CC40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0" y="2484000"/>
            <a:ext cx="4102100" cy="46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842105-532C-A284-DB72-4C9867A07F63}"/>
              </a:ext>
            </a:extLst>
          </p:cNvPr>
          <p:cNvGrpSpPr/>
          <p:nvPr/>
        </p:nvGrpSpPr>
        <p:grpSpPr>
          <a:xfrm>
            <a:off x="6093521" y="3407904"/>
            <a:ext cx="5119618" cy="2910797"/>
            <a:chOff x="1510575" y="1684055"/>
            <a:chExt cx="5119618" cy="2910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918D70-F9BE-5D26-9EC0-A6E2E66E6D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5AB2023-EC5C-4736-B8E0-0AB4DCC8B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F56C55-26E7-A84D-BA68-AB90A2308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C4A5B02-57AA-493C-D5D3-BAA59F80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894B9AB-39F9-55A4-6553-0142F171F1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0824BE-FF60-DF3A-063C-6CFAAFBEF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69F1AEE-B7A4-44BC-494F-571B8BCAB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745553-0D5D-E202-8065-F021ACACF5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9BB58D7-4658-5754-5DFB-A121CF487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125C7B-7165-8253-9636-B5E51BFDF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64A6F3-6FEA-6CDF-FEC3-93345227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9324275-06CA-B864-73A0-019F00B2D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658D27-DF85-739B-92D1-98A9BECA2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46393F-9074-7890-DBB1-3F9222CAB0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29D048D-939B-71A0-C001-FA53092EF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ADF4343-02AE-F48A-099F-8161C422B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31E709-E4D1-66AC-94B1-14A1900DF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33D74A2-A2D9-EAD6-4997-360E6E7982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6829EEE-45D2-15A1-9BAA-798036A7A5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3E82F8-ADC0-96B8-663D-2CB17A86E2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7F6249-3FA7-7E2E-37CA-83D6F5E52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20584E-494D-5D3B-704F-D42DD970D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D5A7A7E-6952-4D83-99EE-456C403A7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209E75-7AE6-319A-7922-E8F9BFAB66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DC0F4C-A058-4307-E143-CEAF07C7EB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441007-B71E-D3EF-472E-773B3AE593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CADDB7B-1DBC-A4D8-8E6D-B2DA11156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42C193-FC29-6F07-4EEC-EBA58FF3D5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058F91B-C2BB-5B86-5BC1-5ADF05422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B668E4-F39A-12E6-C2C7-51962CC24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7C261C-DDD8-2D99-BBE4-E7B92044D9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4DC6F7D-96A0-A753-0EEB-8303514B59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53BBD3-1469-5132-F622-DD0C700B09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47770B-1DCB-0F34-E4BC-37EAB65CF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9A3155-B35E-05AA-310F-CC0EAC3EEE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46DA280-E6BC-1681-E676-4BDAE38F8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D400C3-5552-91DF-B29E-A6B2C8B8C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0921EA-FDAA-7562-DE8B-56ADB758D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778E202-159F-D285-E11E-11D14F5934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F9B155-38F8-94ED-3162-44DEED775C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69529EB-AEC9-4FF3-DD20-6FB5B08C8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14E43E1-2D5B-196C-A600-50C82B32F7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9EA64F-727C-8281-9131-68AAF2F4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3492833-7BBD-51FE-B696-01CED48BB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2B8DA9-53B4-FA90-A64F-21C5D3A1CB75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A7951-1BF2-F3A5-D774-6177E8A2D768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24559-3064-64B7-7049-FD7F84B6B060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A8720-2ACD-ED09-1A4E-F0BDCB0D461F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997E1C-457A-2387-05B8-BA9203158643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5B42BC-7866-52DE-EB6F-6AEDC402BF78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48896E-0F25-7AF9-DA08-F2DC2A50FAD1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1D9F90-4A49-1FD5-B794-0D91FC15B65C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6DFE55-37B2-E5C8-2108-5B740396E592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020EDB23-D40B-2AE8-46E2-A89F607345CF}"/>
              </a:ext>
            </a:extLst>
          </p:cNvPr>
          <p:cNvSpPr/>
          <p:nvPr/>
        </p:nvSpPr>
        <p:spPr>
          <a:xfrm>
            <a:off x="8725326" y="4855699"/>
            <a:ext cx="1195039" cy="1440879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4A0DD7EE-93D6-3242-FE5C-C71A0A29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71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34996DDB-F77E-2474-3EA1-47562A8B7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0" y="2484000"/>
            <a:ext cx="4102100" cy="46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842105-532C-A284-DB72-4C9867A07F63}"/>
              </a:ext>
            </a:extLst>
          </p:cNvPr>
          <p:cNvGrpSpPr/>
          <p:nvPr/>
        </p:nvGrpSpPr>
        <p:grpSpPr>
          <a:xfrm>
            <a:off x="6093521" y="3407904"/>
            <a:ext cx="5119618" cy="2910797"/>
            <a:chOff x="1510575" y="1684055"/>
            <a:chExt cx="5119618" cy="2910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918D70-F9BE-5D26-9EC0-A6E2E66E6D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5AB2023-EC5C-4736-B8E0-0AB4DCC8B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F56C55-26E7-A84D-BA68-AB90A2308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C4A5B02-57AA-493C-D5D3-BAA59F80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894B9AB-39F9-55A4-6553-0142F171F1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0824BE-FF60-DF3A-063C-6CFAAFBEF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69F1AEE-B7A4-44BC-494F-571B8BCAB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745553-0D5D-E202-8065-F021ACACF5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9BB58D7-4658-5754-5DFB-A121CF487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125C7B-7165-8253-9636-B5E51BFDF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64A6F3-6FEA-6CDF-FEC3-93345227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9324275-06CA-B864-73A0-019F00B2D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658D27-DF85-739B-92D1-98A9BECA2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46393F-9074-7890-DBB1-3F9222CAB0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29D048D-939B-71A0-C001-FA53092EF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ADF4343-02AE-F48A-099F-8161C422B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31E709-E4D1-66AC-94B1-14A1900DF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33D74A2-A2D9-EAD6-4997-360E6E7982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6829EEE-45D2-15A1-9BAA-798036A7A5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3E82F8-ADC0-96B8-663D-2CB17A86E2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7F6249-3FA7-7E2E-37CA-83D6F5E52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20584E-494D-5D3B-704F-D42DD970D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D5A7A7E-6952-4D83-99EE-456C403A7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209E75-7AE6-319A-7922-E8F9BFAB66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DC0F4C-A058-4307-E143-CEAF07C7EB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441007-B71E-D3EF-472E-773B3AE593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CADDB7B-1DBC-A4D8-8E6D-B2DA11156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42C193-FC29-6F07-4EEC-EBA58FF3D5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058F91B-C2BB-5B86-5BC1-5ADF05422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B668E4-F39A-12E6-C2C7-51962CC24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7C261C-DDD8-2D99-BBE4-E7B92044D9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4DC6F7D-96A0-A753-0EEB-8303514B59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53BBD3-1469-5132-F622-DD0C700B09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47770B-1DCB-0F34-E4BC-37EAB65CF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9A3155-B35E-05AA-310F-CC0EAC3EEE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46DA280-E6BC-1681-E676-4BDAE38F8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D400C3-5552-91DF-B29E-A6B2C8B8C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0921EA-FDAA-7562-DE8B-56ADB758D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778E202-159F-D285-E11E-11D14F5934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F9B155-38F8-94ED-3162-44DEED775C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69529EB-AEC9-4FF3-DD20-6FB5B08C8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14E43E1-2D5B-196C-A600-50C82B32F7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9EA64F-727C-8281-9131-68AAF2F4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3492833-7BBD-51FE-B696-01CED48BB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2B8DA9-53B4-FA90-A64F-21C5D3A1CB75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A7951-1BF2-F3A5-D774-6177E8A2D768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24559-3064-64B7-7049-FD7F84B6B060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A8720-2ACD-ED09-1A4E-F0BDCB0D461F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997E1C-457A-2387-05B8-BA9203158643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5B42BC-7866-52DE-EB6F-6AEDC402BF78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48896E-0F25-7AF9-DA08-F2DC2A50FAD1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1D9F90-4A49-1FD5-B794-0D91FC15B65C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6DFE55-37B2-E5C8-2108-5B740396E592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020EDB23-D40B-2AE8-46E2-A89F607345CF}"/>
              </a:ext>
            </a:extLst>
          </p:cNvPr>
          <p:cNvSpPr/>
          <p:nvPr/>
        </p:nvSpPr>
        <p:spPr>
          <a:xfrm>
            <a:off x="8746845" y="3354394"/>
            <a:ext cx="1195039" cy="1440879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B573A0C0-F640-B40A-0287-D2EA8B57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04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9990FE-9080-A368-233E-4CB53E416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300" y="2484000"/>
            <a:ext cx="4089400" cy="46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assign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weights (probabilities) to the possible structures to reflect our uncertainty about the true structure.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76263-E099-8ECF-859A-ED149FAE3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4520861"/>
            <a:ext cx="2819400" cy="4699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9D2460-97FB-A03D-D1BA-D13E8D42A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36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5BD6D5-4791-E106-F911-9EE49A97E020}"/>
              </a:ext>
            </a:extLst>
          </p:cNvPr>
          <p:cNvSpPr txBox="1"/>
          <p:nvPr/>
        </p:nvSpPr>
        <p:spPr>
          <a:xfrm>
            <a:off x="627253" y="1675504"/>
            <a:ext cx="1072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41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521A7-B5CB-9DB0-AE7E-09FA53FF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41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191F1-849F-6BD6-9975-7F5FA832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" y="5332833"/>
            <a:ext cx="10073317" cy="921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F3219-82A8-5792-369C-DFAD30D2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72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191F1-849F-6BD6-9975-7F5FA832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" y="5332833"/>
            <a:ext cx="10073317" cy="921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1F32C-071B-439A-8C65-5D41DB052B5E}"/>
              </a:ext>
            </a:extLst>
          </p:cNvPr>
          <p:cNvSpPr/>
          <p:nvPr/>
        </p:nvSpPr>
        <p:spPr>
          <a:xfrm>
            <a:off x="8390197" y="5144898"/>
            <a:ext cx="2516659" cy="646331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0A83E-8E5C-44CA-C520-B17AE801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9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191F1-849F-6BD6-9975-7F5FA832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" y="5332833"/>
            <a:ext cx="10073317" cy="921600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A130D108-D195-B4D4-DEC2-51243CE85C53}"/>
              </a:ext>
            </a:extLst>
          </p:cNvPr>
          <p:cNvSpPr/>
          <p:nvPr/>
        </p:nvSpPr>
        <p:spPr>
          <a:xfrm rot="21008368">
            <a:off x="4826301" y="4942465"/>
            <a:ext cx="3695586" cy="1739900"/>
          </a:xfrm>
          <a:prstGeom prst="frame">
            <a:avLst>
              <a:gd name="adj1" fmla="val 228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DE7A7-B8E2-B8A2-5C47-3EC7AAC0276B}"/>
              </a:ext>
            </a:extLst>
          </p:cNvPr>
          <p:cNvSpPr txBox="1"/>
          <p:nvPr/>
        </p:nvSpPr>
        <p:spPr>
          <a:xfrm rot="21012150">
            <a:off x="4585827" y="4576923"/>
            <a:ext cx="3813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Predictive Updating Factor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0E33F-20B3-1A47-E5A8-C216A77C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78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A3A20-01A8-E1D4-3779-102136AE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A130D108-D195-B4D4-DEC2-51243CE85C53}"/>
              </a:ext>
            </a:extLst>
          </p:cNvPr>
          <p:cNvSpPr/>
          <p:nvPr/>
        </p:nvSpPr>
        <p:spPr>
          <a:xfrm>
            <a:off x="5315814" y="5131176"/>
            <a:ext cx="3612286" cy="646332"/>
          </a:xfrm>
          <a:prstGeom prst="frame">
            <a:avLst>
              <a:gd name="adj1" fmla="val 228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8F4F47DC-29B5-983C-5EC5-B75545123440}"/>
              </a:ext>
            </a:extLst>
          </p:cNvPr>
          <p:cNvSpPr/>
          <p:nvPr/>
        </p:nvSpPr>
        <p:spPr>
          <a:xfrm>
            <a:off x="5867399" y="5830839"/>
            <a:ext cx="3612286" cy="646332"/>
          </a:xfrm>
          <a:prstGeom prst="frame">
            <a:avLst>
              <a:gd name="adj1" fmla="val 228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1940A-80AC-CDA6-733A-79B95CD6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326984-67D7-8F08-CD3E-4DA15C18E0E6}"/>
              </a:ext>
            </a:extLst>
          </p:cNvPr>
          <p:cNvSpPr/>
          <p:nvPr/>
        </p:nvSpPr>
        <p:spPr>
          <a:xfrm>
            <a:off x="743296" y="5460999"/>
            <a:ext cx="3612804" cy="594923"/>
          </a:xfrm>
          <a:prstGeom prst="rect">
            <a:avLst/>
          </a:prstGeom>
          <a:noFill/>
          <a:ln w="5080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857EF6-E763-409F-1DF9-40A743AF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298ACA-3BCD-207C-B451-A87C2A6A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81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8A9E85-757A-0410-45EF-535236BEF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B1863C-A232-9D21-643C-29A635D4F5F0}"/>
              </a:ext>
            </a:extLst>
          </p:cNvPr>
          <p:cNvSpPr/>
          <p:nvPr/>
        </p:nvSpPr>
        <p:spPr>
          <a:xfrm>
            <a:off x="8928763" y="5304994"/>
            <a:ext cx="2432742" cy="443653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28B042D-C2D6-BDE0-9CF6-48BED27E9C0D}"/>
              </a:ext>
            </a:extLst>
          </p:cNvPr>
          <p:cNvSpPr/>
          <p:nvPr/>
        </p:nvSpPr>
        <p:spPr>
          <a:xfrm>
            <a:off x="9485194" y="5895269"/>
            <a:ext cx="2422576" cy="443653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459EF82-87E8-538E-9E38-3D128043B1D1}"/>
              </a:ext>
            </a:extLst>
          </p:cNvPr>
          <p:cNvGrpSpPr/>
          <p:nvPr/>
        </p:nvGrpSpPr>
        <p:grpSpPr>
          <a:xfrm>
            <a:off x="3536191" y="1748790"/>
            <a:ext cx="5119618" cy="2982542"/>
            <a:chOff x="1510575" y="1612310"/>
            <a:chExt cx="5119618" cy="298254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F30C9BD-EEE5-E4C3-AE17-609852FF5379}"/>
                </a:ext>
              </a:extLst>
            </p:cNvPr>
            <p:cNvSpPr/>
            <p:nvPr/>
          </p:nvSpPr>
          <p:spPr>
            <a:xfrm>
              <a:off x="4153606" y="1612310"/>
              <a:ext cx="1195039" cy="1440879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2518C23-C915-849B-32B5-6FFAA592BE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DA31196-C5F6-C6FF-5CA4-D64DE69FB2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66A902B-75EB-28F1-07BA-0AA72CDDD0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702B7A4-C112-0BA6-CC9F-39BAE0EDB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0F139827-8EAF-2AE7-88B1-00D6BBB04B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DB574F42-AD52-E492-F28C-612E834DBA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0548ECD7-4C32-A5D8-BB3B-06247321DF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B1252AD-78C6-985D-890F-60C22572320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76C5871D-57F3-57B1-76AE-DA6961EEC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0B5882A-E627-0183-9176-3F0F7BC5D0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76D13BE-1BF6-4325-5D8E-255D03056C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0119E0E-5FEB-DBDE-24C8-B62306CE57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238DD83-612C-C4DD-0EB0-BEFF3E41CD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739943F-384E-20BE-59D5-B8DE66404786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E920645-1510-6FA5-4789-9280D659AB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6AA2FC3D-A03C-A9C5-A384-113104100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6968F973-7771-0683-0149-CC66BB1302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863A0C3-26D5-E8F2-BEA3-FF514533D7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FB905E12-6A58-D084-D18C-A8202489C7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A2AE080-3F6F-91DF-07C1-FF88627B7D5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16D9C03-457A-621E-1F5D-3CAFA6EA8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4B38F0B-D0D0-288A-DA4F-DCA672D897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6029D21-2882-7A72-95B8-AF5C8BE881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0A4166C-7A7A-A74F-D92E-23D3484E8A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99B0C7C-A3FD-E1A0-BCEE-89270CA796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2E3BC8F-552C-AB57-66B0-5F0F57DC13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A6C7640-F2E1-9E06-9A21-70746AF7C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83D1728-6B10-9CCA-B26D-321C201811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9D6EA15-F057-606E-2D51-4D1E96064A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4FB9F76-6BC2-D71B-9A2C-37630B4C42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AF3B26D-EDE6-3B05-118A-B8C9055F81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203CE2C-576B-622D-A475-ED6982FA1A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CDF010C-3050-E807-197D-30735A1E7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2582A69-4C78-C33B-2019-026A088722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DC31109-CA43-C15E-1F93-315D39AB15D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68F4A199-368C-548B-C8BA-9C3D9BA98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7E412DC3-7185-4C3F-AAC5-FBF45C00D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DC06908E-EEA5-EA88-65E5-A203F7A3EC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86574C3-AAF1-C072-F016-9339FA702F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2D98635-05E8-A002-A3EA-3482C8AB9B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8FEE9438-F971-DC60-A836-0EF6915131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3743F99-D180-5AE7-86EA-51F6F0554D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0478BEA4-C65B-1737-0AD5-D69322CD6C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D1A394F-27A9-22A6-23D7-B366B848A9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5B6CEC2-B50E-7D45-D0FF-131DF258ADA9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62B0EE2-F5BB-0032-79CD-2EF6427A92A2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CEBAE7E-DB2A-A8C4-6C58-7C0027CD38A2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6F36C39-9137-EE35-2997-E582F9196579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24A9533-1C88-8D8E-4535-2C2C8D3A9B10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9127731-7B66-5313-3645-0F5848874343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C554BC-FD15-B54E-BBC4-5D3367DC94AB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B31607-AA3F-7B4F-2AED-91D1E971D3AF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633EA3D-51D2-2EC4-FF9A-07C35B00929A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A84CF18-2427-A3EA-1167-E51035DD5E1E}"/>
                </a:ext>
              </a:extLst>
            </p:cNvPr>
            <p:cNvSpPr/>
            <p:nvPr/>
          </p:nvSpPr>
          <p:spPr>
            <a:xfrm>
              <a:off x="1510575" y="2039609"/>
              <a:ext cx="5119618" cy="2171311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BAEB0-7911-58D4-CF48-0C590E20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79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7845D1-74D7-7406-D441-73861DBD7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B1863C-A232-9D21-643C-29A635D4F5F0}"/>
              </a:ext>
            </a:extLst>
          </p:cNvPr>
          <p:cNvSpPr/>
          <p:nvPr/>
        </p:nvSpPr>
        <p:spPr>
          <a:xfrm>
            <a:off x="8928763" y="5244545"/>
            <a:ext cx="282019" cy="540000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28B042D-C2D6-BDE0-9CF6-48BED27E9C0D}"/>
              </a:ext>
            </a:extLst>
          </p:cNvPr>
          <p:cNvSpPr/>
          <p:nvPr/>
        </p:nvSpPr>
        <p:spPr>
          <a:xfrm>
            <a:off x="9436100" y="5851133"/>
            <a:ext cx="266885" cy="534256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459EF82-87E8-538E-9E38-3D128043B1D1}"/>
              </a:ext>
            </a:extLst>
          </p:cNvPr>
          <p:cNvGrpSpPr/>
          <p:nvPr/>
        </p:nvGrpSpPr>
        <p:grpSpPr>
          <a:xfrm>
            <a:off x="3536191" y="1748790"/>
            <a:ext cx="5119618" cy="2982542"/>
            <a:chOff x="1510575" y="1612310"/>
            <a:chExt cx="5119618" cy="298254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F30C9BD-EEE5-E4C3-AE17-609852FF5379}"/>
                </a:ext>
              </a:extLst>
            </p:cNvPr>
            <p:cNvSpPr/>
            <p:nvPr/>
          </p:nvSpPr>
          <p:spPr>
            <a:xfrm>
              <a:off x="4153606" y="1612310"/>
              <a:ext cx="1195039" cy="1440879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2518C23-C915-849B-32B5-6FFAA592BE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DA31196-C5F6-C6FF-5CA4-D64DE69FB2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66A902B-75EB-28F1-07BA-0AA72CDDD0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702B7A4-C112-0BA6-CC9F-39BAE0EDB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0F139827-8EAF-2AE7-88B1-00D6BBB04B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DB574F42-AD52-E492-F28C-612E834DBA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0548ECD7-4C32-A5D8-BB3B-06247321DF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B1252AD-78C6-985D-890F-60C22572320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76C5871D-57F3-57B1-76AE-DA6961EEC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0B5882A-E627-0183-9176-3F0F7BC5D0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76D13BE-1BF6-4325-5D8E-255D03056C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0119E0E-5FEB-DBDE-24C8-B62306CE57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238DD83-612C-C4DD-0EB0-BEFF3E41CD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739943F-384E-20BE-59D5-B8DE66404786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E920645-1510-6FA5-4789-9280D659AB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6AA2FC3D-A03C-A9C5-A384-113104100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6968F973-7771-0683-0149-CC66BB1302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863A0C3-26D5-E8F2-BEA3-FF514533D7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FB905E12-6A58-D084-D18C-A8202489C7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A2AE080-3F6F-91DF-07C1-FF88627B7D5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16D9C03-457A-621E-1F5D-3CAFA6EA8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4B38F0B-D0D0-288A-DA4F-DCA672D897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6029D21-2882-7A72-95B8-AF5C8BE881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0A4166C-7A7A-A74F-D92E-23D3484E8A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99B0C7C-A3FD-E1A0-BCEE-89270CA796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2E3BC8F-552C-AB57-66B0-5F0F57DC13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A6C7640-F2E1-9E06-9A21-70746AF7C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83D1728-6B10-9CCA-B26D-321C201811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9D6EA15-F057-606E-2D51-4D1E96064A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4FB9F76-6BC2-D71B-9A2C-37630B4C42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AF3B26D-EDE6-3B05-118A-B8C9055F81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203CE2C-576B-622D-A475-ED6982FA1A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CDF010C-3050-E807-197D-30735A1E7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2582A69-4C78-C33B-2019-026A088722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DC31109-CA43-C15E-1F93-315D39AB15D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68F4A199-368C-548B-C8BA-9C3D9BA98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7E412DC3-7185-4C3F-AAC5-FBF45C00D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DC06908E-EEA5-EA88-65E5-A203F7A3EC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86574C3-AAF1-C072-F016-9339FA702F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2D98635-05E8-A002-A3EA-3482C8AB9B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8FEE9438-F971-DC60-A836-0EF6915131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3743F99-D180-5AE7-86EA-51F6F0554D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0478BEA4-C65B-1737-0AD5-D69322CD6C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D1A394F-27A9-22A6-23D7-B366B848A9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5B6CEC2-B50E-7D45-D0FF-131DF258ADA9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62B0EE2-F5BB-0032-79CD-2EF6427A92A2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CEBAE7E-DB2A-A8C4-6C58-7C0027CD38A2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6F36C39-9137-EE35-2997-E582F9196579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24A9533-1C88-8D8E-4535-2C2C8D3A9B10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9127731-7B66-5313-3645-0F5848874343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C554BC-FD15-B54E-BBC4-5D3367DC94AB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B31607-AA3F-7B4F-2AED-91D1E971D3AF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633EA3D-51D2-2EC4-FF9A-07C35B00929A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A84CF18-2427-A3EA-1167-E51035DD5E1E}"/>
                </a:ext>
              </a:extLst>
            </p:cNvPr>
            <p:cNvSpPr/>
            <p:nvPr/>
          </p:nvSpPr>
          <p:spPr>
            <a:xfrm>
              <a:off x="1510575" y="2039609"/>
              <a:ext cx="5119618" cy="2171311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8C450-0179-1CF3-B4F7-BE7E5E0C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937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AB13-F6BA-ECA8-E0F7-0BFA52803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04CB0F-A0F3-8CBD-FE8E-182889CF8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891" y="2088028"/>
            <a:ext cx="3056949" cy="2880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500D2F-4852-7480-9206-C1AB6B9FB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849" y="2088028"/>
            <a:ext cx="3056949" cy="28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049D48-0158-4CCB-5948-FC9952D70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04F9CCA-3404-2D1F-95F6-8E51CA5F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200238A-0ABC-1953-5026-A55066A6058B}"/>
              </a:ext>
            </a:extLst>
          </p:cNvPr>
          <p:cNvSpPr/>
          <p:nvPr/>
        </p:nvSpPr>
        <p:spPr>
          <a:xfrm>
            <a:off x="8928763" y="5244545"/>
            <a:ext cx="282019" cy="540000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D32F4E-E2BB-4641-2B92-1F6B57942C61}"/>
              </a:ext>
            </a:extLst>
          </p:cNvPr>
          <p:cNvSpPr/>
          <p:nvPr/>
        </p:nvSpPr>
        <p:spPr>
          <a:xfrm>
            <a:off x="9436100" y="5851133"/>
            <a:ext cx="266885" cy="534256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026DAB-D704-2B3C-13FD-34E314D4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30</a:t>
            </a:fld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F30BB3D-2804-8A49-559A-555C78F4C7CC}"/>
              </a:ext>
            </a:extLst>
          </p:cNvPr>
          <p:cNvSpPr/>
          <p:nvPr/>
        </p:nvSpPr>
        <p:spPr>
          <a:xfrm flipH="1">
            <a:off x="5164056" y="2777349"/>
            <a:ext cx="1863888" cy="141135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Helvetica" pitchFamily="2" charset="0"/>
              </a:rPr>
              <a:t>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9FDB4-D0B4-E83E-B0D9-6E4410CB7533}"/>
              </a:ext>
            </a:extLst>
          </p:cNvPr>
          <p:cNvSpPr/>
          <p:nvPr/>
        </p:nvSpPr>
        <p:spPr>
          <a:xfrm>
            <a:off x="1998754" y="3294743"/>
            <a:ext cx="2204397" cy="848723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C19A6-EF7D-5416-B23D-CA75D153C311}"/>
              </a:ext>
            </a:extLst>
          </p:cNvPr>
          <p:cNvSpPr txBox="1"/>
          <p:nvPr/>
        </p:nvSpPr>
        <p:spPr>
          <a:xfrm>
            <a:off x="7741666" y="2207651"/>
            <a:ext cx="3201866" cy="400110"/>
          </a:xfrm>
          <a:prstGeom prst="rect">
            <a:avLst/>
          </a:prstGeom>
          <a:noFill/>
          <a:ln w="508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Bernoulli</a:t>
            </a:r>
            <a:r>
              <a:rPr lang="en-US" sz="200" dirty="0">
                <a:solidFill>
                  <a:srgbClr val="1F3864"/>
                </a:solidFill>
                <a:latin typeface="Helvetica" pitchFamily="2" charset="0"/>
              </a:rPr>
              <a:t> </a:t>
            </a:r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(0.5)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096AAA-34B6-7FAD-8A2D-DE3788D81293}"/>
              </a:ext>
            </a:extLst>
          </p:cNvPr>
          <p:cNvGrpSpPr/>
          <p:nvPr/>
        </p:nvGrpSpPr>
        <p:grpSpPr>
          <a:xfrm>
            <a:off x="8657924" y="3713372"/>
            <a:ext cx="2204185" cy="348911"/>
            <a:chOff x="8657924" y="3528028"/>
            <a:chExt cx="2204185" cy="5342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329C65-32E3-4A23-17FB-BDBBC787487C}"/>
                </a:ext>
              </a:extLst>
            </p:cNvPr>
            <p:cNvSpPr/>
            <p:nvPr/>
          </p:nvSpPr>
          <p:spPr>
            <a:xfrm>
              <a:off x="8657924" y="3528028"/>
              <a:ext cx="2204185" cy="534256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A08E6D-023C-5829-BCC4-23835B922F5F}"/>
                </a:ext>
              </a:extLst>
            </p:cNvPr>
            <p:cNvSpPr/>
            <p:nvPr/>
          </p:nvSpPr>
          <p:spPr>
            <a:xfrm>
              <a:off x="9158948" y="3528030"/>
              <a:ext cx="282019" cy="534256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200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C371C-0859-5A6A-CDAB-9289C1DB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236801A-7A90-A691-C6AF-154429005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00" y="2088000"/>
            <a:ext cx="3056949" cy="28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F04A5D-2A77-61D9-4187-BBAF5B9E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400" y="2088000"/>
            <a:ext cx="3056949" cy="288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B47979-7A6E-A11B-4EAF-8FA8544535FF}"/>
              </a:ext>
            </a:extLst>
          </p:cNvPr>
          <p:cNvSpPr txBox="1"/>
          <p:nvPr/>
        </p:nvSpPr>
        <p:spPr>
          <a:xfrm>
            <a:off x="7744761" y="2207651"/>
            <a:ext cx="3201866" cy="400110"/>
          </a:xfrm>
          <a:prstGeom prst="rect">
            <a:avLst/>
          </a:prstGeom>
          <a:noFill/>
          <a:ln w="508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Beta-Bernoulli</a:t>
            </a:r>
            <a:r>
              <a:rPr lang="en-US" sz="200" dirty="0">
                <a:solidFill>
                  <a:srgbClr val="1F3864"/>
                </a:solidFill>
                <a:latin typeface="Helvetica" pitchFamily="2" charset="0"/>
              </a:rPr>
              <a:t> </a:t>
            </a:r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(1,1)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1F57F88-8962-3274-EB82-8B5623E7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54D4CC-5D99-8F4A-57D9-2A6644C2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31</a:t>
            </a:fld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B723CF5D-F689-7683-2DFE-E985641FF89C}"/>
              </a:ext>
            </a:extLst>
          </p:cNvPr>
          <p:cNvSpPr/>
          <p:nvPr/>
        </p:nvSpPr>
        <p:spPr>
          <a:xfrm flipH="1">
            <a:off x="5164056" y="2777349"/>
            <a:ext cx="1863888" cy="141135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Helvetica" pitchFamily="2" charset="0"/>
              </a:rPr>
              <a:t>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15F3E-BDD2-A2FA-C289-2A3DFA6BB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569122-CDBE-8AD5-3916-E31F8AFEBFB8}"/>
              </a:ext>
            </a:extLst>
          </p:cNvPr>
          <p:cNvSpPr/>
          <p:nvPr/>
        </p:nvSpPr>
        <p:spPr>
          <a:xfrm>
            <a:off x="8928763" y="5304994"/>
            <a:ext cx="2432742" cy="443653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75F562-B0E8-F9B9-00A7-8A6945F26DEA}"/>
              </a:ext>
            </a:extLst>
          </p:cNvPr>
          <p:cNvSpPr/>
          <p:nvPr/>
        </p:nvSpPr>
        <p:spPr>
          <a:xfrm>
            <a:off x="9485194" y="5895269"/>
            <a:ext cx="2422576" cy="443653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B1AB413-D582-4DD8-88E2-52BE23F305ED}"/>
              </a:ext>
            </a:extLst>
          </p:cNvPr>
          <p:cNvGrpSpPr/>
          <p:nvPr/>
        </p:nvGrpSpPr>
        <p:grpSpPr>
          <a:xfrm>
            <a:off x="8657924" y="3529680"/>
            <a:ext cx="2204185" cy="532604"/>
            <a:chOff x="8657924" y="3528028"/>
            <a:chExt cx="2204185" cy="5342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C3259D-9EAC-283A-1950-1761D8DEDF27}"/>
                </a:ext>
              </a:extLst>
            </p:cNvPr>
            <p:cNvSpPr/>
            <p:nvPr/>
          </p:nvSpPr>
          <p:spPr>
            <a:xfrm>
              <a:off x="8657924" y="3528028"/>
              <a:ext cx="2204185" cy="534256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79BDAD-DDDF-F159-7043-52BA75446DB9}"/>
                </a:ext>
              </a:extLst>
            </p:cNvPr>
            <p:cNvSpPr/>
            <p:nvPr/>
          </p:nvSpPr>
          <p:spPr>
            <a:xfrm>
              <a:off x="9158948" y="3528030"/>
              <a:ext cx="282019" cy="534256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DD8EA7C-2418-BAD7-64D7-4E347E05925C}"/>
              </a:ext>
            </a:extLst>
          </p:cNvPr>
          <p:cNvSpPr/>
          <p:nvPr/>
        </p:nvSpPr>
        <p:spPr>
          <a:xfrm>
            <a:off x="1998754" y="3294743"/>
            <a:ext cx="2204397" cy="848723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8458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marginal likelihood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652713-EE98-ED3A-6F45-411530DD8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34E13A-D4AD-6980-EF5C-2B0C449279A9}"/>
              </a:ext>
            </a:extLst>
          </p:cNvPr>
          <p:cNvSpPr/>
          <p:nvPr/>
        </p:nvSpPr>
        <p:spPr>
          <a:xfrm>
            <a:off x="5372100" y="5121740"/>
            <a:ext cx="3484153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828A6-5388-DD58-7040-4BA606AF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31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15144-EB52-0DFF-8DC7-2682B5DEB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E7FC796-6A5C-CCC8-2C12-79476865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marginal likelihood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E15BCF-63E9-B9C5-0372-AA109DF06753}"/>
              </a:ext>
            </a:extLst>
          </p:cNvPr>
          <p:cNvGrpSpPr>
            <a:grpSpLocks noChangeAspect="1"/>
          </p:cNvGrpSpPr>
          <p:nvPr/>
        </p:nvGrpSpPr>
        <p:grpSpPr>
          <a:xfrm>
            <a:off x="825997" y="2328389"/>
            <a:ext cx="1824691" cy="1440000"/>
            <a:chOff x="5893200" y="2222499"/>
            <a:chExt cx="1558800" cy="12335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EBABC34-E815-9F6B-F58A-F452C0382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E61B718-EF77-3B33-2B4A-FDA3FA812B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412174E-4DC4-04AB-8ABF-5632AA5749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A7ADD8C-42F4-1003-1A40-68D080D4BE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05F7E1D-3084-A2EE-5118-12C5EB774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593C0D-F9F5-0860-1B09-6BB8274CBBE7}"/>
              </a:ext>
            </a:extLst>
          </p:cNvPr>
          <p:cNvSpPr/>
          <p:nvPr/>
        </p:nvSpPr>
        <p:spPr>
          <a:xfrm>
            <a:off x="5372100" y="5121740"/>
            <a:ext cx="3484153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82072-D0EF-260C-6E57-EF1CF27E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613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1E13-CB07-F435-E2AD-51E5EABC6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5C34BA99-9AF2-CA3B-DB3D-66F218154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marginal likelihood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BB680-FD72-4949-CD6C-F060DB31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96" y="3226189"/>
            <a:ext cx="7772400" cy="8037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99C1EC3-9C56-90A1-8AE9-E3329DEF3B8C}"/>
              </a:ext>
            </a:extLst>
          </p:cNvPr>
          <p:cNvGrpSpPr>
            <a:grpSpLocks noChangeAspect="1"/>
          </p:cNvGrpSpPr>
          <p:nvPr/>
        </p:nvGrpSpPr>
        <p:grpSpPr>
          <a:xfrm>
            <a:off x="825997" y="2328389"/>
            <a:ext cx="1824691" cy="1440000"/>
            <a:chOff x="5893200" y="2222499"/>
            <a:chExt cx="1558800" cy="12335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7E8049-4B23-DA19-7DBB-D6C90BEE61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7DE11DA-F4C4-B9E2-42E8-80F34AE78A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9F9CE6C-A8B3-383B-1795-2F9C5798F3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DE68FA6-AEF1-30E3-1D21-133D596FE9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FBC8A9A-C28D-AF68-2D4A-6F6FC13A9327}"/>
              </a:ext>
            </a:extLst>
          </p:cNvPr>
          <p:cNvSpPr/>
          <p:nvPr/>
        </p:nvSpPr>
        <p:spPr>
          <a:xfrm>
            <a:off x="3367017" y="3331130"/>
            <a:ext cx="3334229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B57FE-AF52-ED89-87A2-02D58423A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6628A5-ADEE-4E18-47AE-4E9096E45B71}"/>
              </a:ext>
            </a:extLst>
          </p:cNvPr>
          <p:cNvSpPr/>
          <p:nvPr/>
        </p:nvSpPr>
        <p:spPr>
          <a:xfrm>
            <a:off x="5372100" y="5121740"/>
            <a:ext cx="3484153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01F4F-A3DD-B726-8A5D-AD246473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67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B44F-3EA9-8446-70B2-DBB94090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4D7EF62-FBD5-E313-DE61-6CB17A6D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marginal likelihood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770B8A-596A-60FB-1044-0C3C7C968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96" y="3226189"/>
            <a:ext cx="7772400" cy="8037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760E3CA-E7A3-5666-541D-CF0987D62CE8}"/>
              </a:ext>
            </a:extLst>
          </p:cNvPr>
          <p:cNvGrpSpPr>
            <a:grpSpLocks noChangeAspect="1"/>
          </p:cNvGrpSpPr>
          <p:nvPr/>
        </p:nvGrpSpPr>
        <p:grpSpPr>
          <a:xfrm>
            <a:off x="825997" y="2328389"/>
            <a:ext cx="1824691" cy="1440000"/>
            <a:chOff x="5893200" y="2222499"/>
            <a:chExt cx="1558800" cy="12335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08E0883-6801-ADC2-E1F2-3B0CDE5C0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D8B089-8FDC-CF43-BEA0-5199983450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7181EE-EECB-28E9-EDFD-9387E5D1F5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D6A236D-9208-EE25-11C3-15969E9A09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89DE79F-E2DA-623C-EA5E-DECCD9B24F12}"/>
              </a:ext>
            </a:extLst>
          </p:cNvPr>
          <p:cNvSpPr/>
          <p:nvPr/>
        </p:nvSpPr>
        <p:spPr>
          <a:xfrm>
            <a:off x="3367017" y="3331130"/>
            <a:ext cx="3334229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44DC5-E24D-1416-9B19-B1DA2FE7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87364E-9809-35D3-3F87-7E77277E14D8}"/>
              </a:ext>
            </a:extLst>
          </p:cNvPr>
          <p:cNvSpPr/>
          <p:nvPr/>
        </p:nvSpPr>
        <p:spPr>
          <a:xfrm>
            <a:off x="5372100" y="5121740"/>
            <a:ext cx="3484153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04FB3-09AE-9A7E-B130-45C24F96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35</a:t>
            </a:fld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5087C6-3DB4-E9F1-858D-0DA35A0746CB}"/>
              </a:ext>
            </a:extLst>
          </p:cNvPr>
          <p:cNvCxnSpPr>
            <a:cxnSpLocks/>
          </p:cNvCxnSpPr>
          <p:nvPr/>
        </p:nvCxnSpPr>
        <p:spPr>
          <a:xfrm flipV="1">
            <a:off x="10103855" y="2713829"/>
            <a:ext cx="396000" cy="684000"/>
          </a:xfrm>
          <a:prstGeom prst="straightConnector1">
            <a:avLst/>
          </a:pr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9D7BC8-AE73-C932-80DB-001698B5FD6F}"/>
              </a:ext>
            </a:extLst>
          </p:cNvPr>
          <p:cNvCxnSpPr>
            <a:cxnSpLocks/>
          </p:cNvCxnSpPr>
          <p:nvPr/>
        </p:nvCxnSpPr>
        <p:spPr>
          <a:xfrm flipH="1" flipV="1">
            <a:off x="7947300" y="2679560"/>
            <a:ext cx="396000" cy="684000"/>
          </a:xfrm>
          <a:prstGeom prst="straightConnector1">
            <a:avLst/>
          </a:pr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D4EB593B-DE95-6677-61EA-E18ED9FD3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4" y="195882"/>
            <a:ext cx="2506881" cy="237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5C42E0-5E44-AC20-0200-4D428F61B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038" y="195882"/>
            <a:ext cx="2506881" cy="23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31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366517" y="5856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462911" y="5858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632859" y="5856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813429" y="5856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342813" y="1462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567415" y="1464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737363" y="1462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8917933" y="1462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011FB8-65ED-A874-97C1-381FDC9A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483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473117" y="585696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569511" y="58584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739459" y="585696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920029" y="58569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449413" y="14626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674015" y="14641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843963" y="14626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9024533" y="14626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C482A6-AE47-3AB2-E40F-BC3F4C20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02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462691"/>
            <a:ext cx="2100696" cy="5030183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CECD68-92C1-9246-4EE0-EC374BCF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38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F7EBA7-3E8A-01D5-2964-EFB5E7A59FC3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68D3607-B984-EF93-F0BB-1A79757762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18E6991-AF3E-E7CD-A7B3-F1C4733EC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27C1D9C-EF93-B77E-9D39-B861757182CA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8733764-792E-7636-EFA4-B380A23D55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65F97F9-DC75-0262-EFFB-4CBE56B5CC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50E698-23A0-C4AA-6926-DE50C6465A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DA86FF-7EFE-E91E-32E4-78E31620F6B4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2763F08-10CD-1591-1676-D8B6F6C773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F0E302-05D0-D874-C7EB-B92121EEA31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0D5139-C8D3-7D05-159C-C152DD31F0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5049901-FED9-D270-6FC6-E984F774B2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843CD36-742B-2A2C-20D4-DC869EDB68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61B5C0-133C-4CE6-4C0E-C95563AC3D09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0262D1-C586-F102-44FE-A8F5C9F66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ECC8CF-8856-B1D6-7719-282B05EDCF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C0EB565-B3CD-9252-8E9D-09B4C02957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B312772-929C-7E51-2FAC-430130D387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30E8173-DDCC-3078-F4F7-21E52D3A47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8A6E66B-429E-9557-42CA-8B79FB64CC16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69719C4-ECC9-7438-E70E-244895A801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4218CE9-06CE-D6FA-2E8A-E34988943E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09BB009-2102-6B6B-0FC9-ECE0D5361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F36E2CE-9AA8-2FA6-D360-B95C4F4EE1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66A6FC0-45C5-7EA1-020A-8809E7D32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50321F-C0ED-3AF5-085A-C7F1BB0EF29B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4EABA78-AF4E-0222-F9BC-42CC1103B5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642FFFA-7E5B-2650-B5F7-27C75CF541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A746CE9-E415-A069-F981-767108D343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E26BE7-39C7-D11E-CD30-A19519BE77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82EB742-8E9A-37AC-81F7-D595BE0A57F9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2EBCF0E-FCB6-F591-1D22-BB162AC4AD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B25338-AA1E-1F90-DEBD-CE7A0F1E6E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354B4BA-213C-C738-E77B-E8FBEFC6FA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0A2AA8-5236-1B9F-DA35-83F4733424C5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4F3CD17-F881-2C99-95FF-54A21F87FF6E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F40AB0E-944F-5F22-12D7-F11A0BF7C9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1EEC363-6739-72D1-4554-DB31B74B9B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58B65A0-F044-2E28-F33A-32739943AD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16D5BB-41E7-0D1B-BE2F-72F1DF63E817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4F6F27B-0113-19DD-BA50-8789B54DA9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E89F89C-917A-4265-AF9C-97343E41F4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6E7A861-4297-C68C-F826-A4D62F6FB8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29BA4C9-4672-802A-03ED-34FE49CD87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162AB46-4F27-80F0-82C2-8334A76915CF}"/>
              </a:ext>
            </a:extLst>
          </p:cNvPr>
          <p:cNvSpPr txBox="1"/>
          <p:nvPr/>
        </p:nvSpPr>
        <p:spPr>
          <a:xfrm>
            <a:off x="2473117" y="585696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B2468B-9A99-F518-DA45-71F7AE05FE15}"/>
              </a:ext>
            </a:extLst>
          </p:cNvPr>
          <p:cNvSpPr txBox="1"/>
          <p:nvPr/>
        </p:nvSpPr>
        <p:spPr>
          <a:xfrm>
            <a:off x="4569511" y="58584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E5CBD7-52F1-1649-22AD-E070F23FE3CA}"/>
              </a:ext>
            </a:extLst>
          </p:cNvPr>
          <p:cNvSpPr txBox="1"/>
          <p:nvPr/>
        </p:nvSpPr>
        <p:spPr>
          <a:xfrm>
            <a:off x="6739459" y="585696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9946DD-B264-D9FF-17AD-55A53DF45FF8}"/>
              </a:ext>
            </a:extLst>
          </p:cNvPr>
          <p:cNvSpPr txBox="1"/>
          <p:nvPr/>
        </p:nvSpPr>
        <p:spPr>
          <a:xfrm>
            <a:off x="8920029" y="58569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D52DF9-CF7B-3B0E-567F-3C70CD2BC5B8}"/>
              </a:ext>
            </a:extLst>
          </p:cNvPr>
          <p:cNvSpPr txBox="1"/>
          <p:nvPr/>
        </p:nvSpPr>
        <p:spPr>
          <a:xfrm>
            <a:off x="2449413" y="14626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FB0F05-D8F4-E0C1-F9B9-668CC8714261}"/>
              </a:ext>
            </a:extLst>
          </p:cNvPr>
          <p:cNvSpPr txBox="1"/>
          <p:nvPr/>
        </p:nvSpPr>
        <p:spPr>
          <a:xfrm>
            <a:off x="4674015" y="14641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61D4B6-43AC-4866-8F36-F213DC5A34B4}"/>
              </a:ext>
            </a:extLst>
          </p:cNvPr>
          <p:cNvSpPr txBox="1"/>
          <p:nvPr/>
        </p:nvSpPr>
        <p:spPr>
          <a:xfrm>
            <a:off x="6843963" y="14626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793CBD-A556-354B-7BBB-C60999AD2A85}"/>
              </a:ext>
            </a:extLst>
          </p:cNvPr>
          <p:cNvSpPr txBox="1"/>
          <p:nvPr/>
        </p:nvSpPr>
        <p:spPr>
          <a:xfrm>
            <a:off x="9024533" y="14626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00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462692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37763" y="411508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4118766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13705" y="411508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A3524-2873-754C-2F69-41C960EB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3B9FB9-F11F-62C7-A69C-A701AAB5F19E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5F840C9-7ED0-A76E-1BF4-E19C55F0FC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01BECE2-F9F9-AA2F-90A5-DABF58722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0C017E-28F0-515C-4396-0B49E2859EB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67DD92-23EC-B896-61AC-8B2B00034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57C4E60-807E-5451-4344-12576A9358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F34627-56E6-0987-226E-8BF66D5C9E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91B866-DDCE-A0F4-1576-FB51DF9471A1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984AC4D-FDB6-9D96-F666-06100EAED9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50D22B-A11E-8F5E-6B34-107211AEBD2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B22CB0A-10AE-994F-E25D-8B33368DC3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B854450-C07A-B149-950F-2637D909D9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5FADC00-11D8-F7F9-B150-52B555632D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4C577BD-A954-F08F-00FC-B0991F572A30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E7A37E2-64D4-ED7A-BCE4-6B1A90430B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0A13741-EC91-1479-F790-9AC7FF8023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16B7813-C0CB-B719-F175-4963D27CEA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9058EB6-54EA-F7DC-5039-3B474926D4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9EAE0BE-55E5-5B1C-C68D-98616D928A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CECF75-8E53-28A2-D76E-1D9C6ACCCEA8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2AACFB7-BC06-5A5A-CFEE-9DC886DC1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75C9EA-3D05-AD79-4DD6-6FAAE7D6D821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0D9BA7-1BD1-E114-FF9F-966224110E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129233B-160E-4A71-C4FB-E6DFBB673E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C42DC1A-8C7E-23DE-DD37-D56B015F1C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751577-58B1-609E-52E0-86550E0EF782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4852A26-3F9A-0E83-3193-A8C48B2964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3A3394A-71FC-B683-1493-0E2D536A41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A486CA8-7DE8-EC25-570E-4CBC5FCB2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FD17754-AFFF-D6A1-5F90-9E08F1DE33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63C3D60-D508-CBCE-1D36-B7886C534CCB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4360F97-2E73-E404-8853-EE466296F2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81B51FE-F2FF-2DEE-D841-F9FE16DE0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50B2556-CBE7-2CFD-3668-67BA42FC87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BBE359B-A844-944F-285A-F715501E08F0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22BD4BB-B3B7-3402-8A82-9B2D703D499A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AB53488-E11C-B7DF-5E9D-9FFEABC681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778F53-3DCE-D9DB-16A5-A080E44B64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9DD1C3A-32DB-2F56-20E6-B3B8C61F2D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43D3F2B-5163-C07E-7EB5-861F61D20D03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044FEEB-BAD8-E43F-3A3C-ABD12D000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8D5165B-577C-A6AE-374F-BFD0E7F829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6F872EE-AF21-8081-01BD-02AD552F31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85A7D7E-6BC9-8488-D763-42DFE5547B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ACF48D9-E979-2E60-A08B-27E5894150EA}"/>
              </a:ext>
            </a:extLst>
          </p:cNvPr>
          <p:cNvSpPr txBox="1"/>
          <p:nvPr/>
        </p:nvSpPr>
        <p:spPr>
          <a:xfrm>
            <a:off x="2473117" y="585696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6D1297-A4FD-8F1C-02A5-E2D6EA5E23B5}"/>
              </a:ext>
            </a:extLst>
          </p:cNvPr>
          <p:cNvSpPr txBox="1"/>
          <p:nvPr/>
        </p:nvSpPr>
        <p:spPr>
          <a:xfrm>
            <a:off x="4569511" y="58584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D17ED7-C78D-6070-3240-4965AC34FF0E}"/>
              </a:ext>
            </a:extLst>
          </p:cNvPr>
          <p:cNvSpPr txBox="1"/>
          <p:nvPr/>
        </p:nvSpPr>
        <p:spPr>
          <a:xfrm>
            <a:off x="6739459" y="585696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A94C61-DBE0-086A-CD57-8A388C22773B}"/>
              </a:ext>
            </a:extLst>
          </p:cNvPr>
          <p:cNvSpPr txBox="1"/>
          <p:nvPr/>
        </p:nvSpPr>
        <p:spPr>
          <a:xfrm>
            <a:off x="8920029" y="58569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CBBE3-08FD-5729-A9B2-C2122E8A4E21}"/>
              </a:ext>
            </a:extLst>
          </p:cNvPr>
          <p:cNvSpPr txBox="1"/>
          <p:nvPr/>
        </p:nvSpPr>
        <p:spPr>
          <a:xfrm>
            <a:off x="2449413" y="14626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C0C6E2-E8FF-7486-1D1A-B586873617A0}"/>
              </a:ext>
            </a:extLst>
          </p:cNvPr>
          <p:cNvSpPr txBox="1"/>
          <p:nvPr/>
        </p:nvSpPr>
        <p:spPr>
          <a:xfrm>
            <a:off x="4674015" y="14641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926C6D-A501-3AC7-70CD-D15DE5AC3BDC}"/>
              </a:ext>
            </a:extLst>
          </p:cNvPr>
          <p:cNvSpPr txBox="1"/>
          <p:nvPr/>
        </p:nvSpPr>
        <p:spPr>
          <a:xfrm>
            <a:off x="6843963" y="14626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F022FD-E473-D66A-64FE-5AE7EF312AE7}"/>
              </a:ext>
            </a:extLst>
          </p:cNvPr>
          <p:cNvSpPr txBox="1"/>
          <p:nvPr/>
        </p:nvSpPr>
        <p:spPr>
          <a:xfrm>
            <a:off x="9024533" y="14626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760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00FE-C441-40BD-81F1-80E552F2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67407"/>
            <a:ext cx="7772400" cy="34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9359-7AF8-FD3C-4673-58775BFA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90070"/>
            <a:ext cx="7772400" cy="34198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03D9E-AB2B-6836-BAA0-C55E3F8D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60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00FE-C441-40BD-81F1-80E552F2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67407"/>
            <a:ext cx="7772400" cy="34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9359-7AF8-FD3C-4673-58775BFA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90070"/>
            <a:ext cx="7772400" cy="3419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8DC039-7926-8E2B-E68E-1EBEFB23F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0" y="3968750"/>
            <a:ext cx="7429500" cy="1714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274CE-788F-E5D3-F6C7-4E06CF58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079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B1588-3524-2961-42DE-854973C19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096" y="3822822"/>
            <a:ext cx="7632700" cy="18669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00FE-C441-40BD-81F1-80E552F20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67407"/>
            <a:ext cx="7772400" cy="34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9359-7AF8-FD3C-4673-58775BFA5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890070"/>
            <a:ext cx="7772400" cy="3419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82912-34D7-3D60-A83D-ED6C480D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7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303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316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316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316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339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324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305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331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A57A45-D8D1-C0D3-E5C6-8DA78BCD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738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303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316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316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316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339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324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305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331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419711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4200796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420437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837D1-70D4-251C-0457-B35D0CE0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07" y="4396674"/>
            <a:ext cx="533400" cy="393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1" y="4242087"/>
            <a:ext cx="8733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65982D-3C17-D759-9404-4487AA08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07" y="3489820"/>
            <a:ext cx="546100" cy="40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873340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4204000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FB27F-437B-62E8-8ED1-23063E85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532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0" y="4242087"/>
            <a:ext cx="7920239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7923108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A4F1BE-17CE-F8D3-7EB3-4085D826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96" y="4363138"/>
            <a:ext cx="7658100" cy="469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6FDECEB-4C84-777C-F419-0E7B2D8EE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7" y="3389067"/>
            <a:ext cx="7658100" cy="4699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6F601B1-DB85-95E0-1CE8-8ACD19D8D422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404596-03AD-9C08-D5AA-7D0537829B92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A78B27-8815-6AFD-11F6-2E027AEE0A3A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27E292-F2F1-BE37-5DFB-A11CF2DFDB9F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84900F-F450-4BC4-7BC9-2FDE8DD621F9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C07E41-2DD5-CC75-6FE4-856AE2313B09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3F40B3-4344-E5EE-6DC0-21BC097EECB4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712C53-DD69-18B7-90CE-3B4F8D380AF1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CF1066-0000-3895-46B1-98CFACD2CF56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5591BF-1BF5-E6CC-011A-75161A824C8A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F2BF74-9F3F-0047-0D28-26E767122DA7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08AA3F-1C10-A01A-69B7-DF99A3ED8B48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915274-DDCE-A646-289D-B0EB6B52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885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0" y="4242087"/>
            <a:ext cx="23576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1" y="3300300"/>
            <a:ext cx="2360509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DB61C-A247-B463-FC69-D1E7CAEB39AE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37D4D-CBBB-62A9-5BC3-EDAF601545AF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42841C-5668-89C4-4ED6-D7D25FCD0CAA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53CE5-C9EA-5B76-C89B-B09B5B093F50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C59DF7-33D8-14A2-296F-5D2C3E0A3A74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835F22-46DE-6AEA-6D8E-899DB072FFD6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09AA5B-9B16-680E-09BA-4851E0C2425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800DDA-4801-EB2D-310D-0EB8726E3927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0897D-3CEF-38D9-36D8-BC9AFE07A545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569C77-CF50-2581-6295-03C16265293A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BD1343-8471-2BA1-CD85-EB0833CBB590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F08B61-E4A5-88FE-5C4E-2813E5AA7019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75C597-646F-38F7-D608-3856696FE2FA}"/>
              </a:ext>
            </a:extLst>
          </p:cNvPr>
          <p:cNvSpPr txBox="1"/>
          <p:nvPr/>
        </p:nvSpPr>
        <p:spPr>
          <a:xfrm>
            <a:off x="-190500" y="723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08D0251-5060-92DF-83AE-A722A054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5" y="3434470"/>
            <a:ext cx="2235200" cy="4699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38AE5D7-8166-B53E-7322-66E1B14DA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45" y="4363138"/>
            <a:ext cx="2235200" cy="469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D7CD6BF-849C-B033-3925-50E6346D8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09816"/>
            <a:ext cx="2159000" cy="1092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8C01F-6A2D-1136-0B46-11ABC9A4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785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419711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4200796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420437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 odds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837D1-70D4-251C-0457-B35D0CE0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07" y="4396674"/>
            <a:ext cx="533400" cy="393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1" y="4242087"/>
            <a:ext cx="8733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65982D-3C17-D759-9404-4487AA08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07" y="3489820"/>
            <a:ext cx="546100" cy="40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873340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4204000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6D4C7-CED7-A2E8-85F5-AF2BAF19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536A052-C2BF-C709-4F1B-AD19E8EC43FE}"/>
              </a:ext>
            </a:extLst>
          </p:cNvPr>
          <p:cNvGrpSpPr>
            <a:grpSpLocks/>
          </p:cNvGrpSpPr>
          <p:nvPr/>
        </p:nvGrpSpPr>
        <p:grpSpPr>
          <a:xfrm>
            <a:off x="8457396" y="4290680"/>
            <a:ext cx="1828800" cy="14436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A645F89-B126-C15A-341A-2F66F49D1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909DF1-453D-DA33-5474-0EE21EEBB4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6A2058E-65A5-F741-BB59-4EAA5006F432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831579C-EBB9-027E-F0A1-BB1D13C288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611B48E-F240-D14D-A09D-EC8BA2121E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736A19-886A-E574-A623-1FF07D9B40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0D4E7C-DFBF-F9CC-4728-86755ECB93D4}"/>
              </a:ext>
            </a:extLst>
          </p:cNvPr>
          <p:cNvGrpSpPr>
            <a:grpSpLocks/>
          </p:cNvGrpSpPr>
          <p:nvPr/>
        </p:nvGrpSpPr>
        <p:grpSpPr>
          <a:xfrm>
            <a:off x="6285696" y="4303380"/>
            <a:ext cx="1828800" cy="1443600"/>
            <a:chOff x="5893200" y="2222499"/>
            <a:chExt cx="1558800" cy="123350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F02B28-43F3-BEBA-4F77-24ED929F3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E812A7-21D6-48B3-4CDD-92E04EFA24F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2C9A8D5-2DD2-4D23-AC87-415E3D0F95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B4111B-F4E7-1FE6-85AF-A950A6EEC0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EC5420A-AE43-2159-4E0B-34BADD4C70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A7D2F4-22B1-76D5-CC96-563184DD22AF}"/>
              </a:ext>
            </a:extLst>
          </p:cNvPr>
          <p:cNvGrpSpPr>
            <a:grpSpLocks/>
          </p:cNvGrpSpPr>
          <p:nvPr/>
        </p:nvGrpSpPr>
        <p:grpSpPr>
          <a:xfrm>
            <a:off x="4115748" y="4303380"/>
            <a:ext cx="1828800" cy="1443600"/>
            <a:chOff x="5893200" y="2222499"/>
            <a:chExt cx="1558800" cy="123350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E69F9AA-3610-895B-A347-32F1047DB2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A87574-4603-B9A9-A9E5-5296DFBD8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7B9F374-357F-05ED-7DF4-C0F385A656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853D038-0C89-7305-1BE7-A807890487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7738EEB-8460-52A6-D06E-231A7664C5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23663D-8B6E-E742-B9AD-C13020F185D2}"/>
              </a:ext>
            </a:extLst>
          </p:cNvPr>
          <p:cNvGrpSpPr>
            <a:grpSpLocks/>
          </p:cNvGrpSpPr>
          <p:nvPr/>
        </p:nvGrpSpPr>
        <p:grpSpPr>
          <a:xfrm>
            <a:off x="1894873" y="4303380"/>
            <a:ext cx="1828800" cy="1443600"/>
            <a:chOff x="5893200" y="2222499"/>
            <a:chExt cx="1558800" cy="123350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A18832-1C6B-FB2A-40BC-F48BDD58AB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8B316F-3DAE-F8D7-449D-D5491797D1AD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C55BFAC-23FF-AC3B-717F-D1FB67D107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23F0593-A8DF-2816-CB6D-8B86634557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7D211B5-AF7A-63BF-C088-12A3C19B20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D775C5-EC87-95B8-38F1-B6421CE22236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AFE9666-B753-D815-8DE2-6A03470663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9790853-E442-B853-6AD3-4CEB4CAE2A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C622AE8-95A1-7830-BD5E-5C4591DCB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260FE9-76C2-FDF0-8057-06775FD845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193FC2D-DB71-D087-973A-C5768092CB18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9A36EF3-7686-A854-0025-EEDAE09504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4B4F1B7-4B25-3CD5-EF66-98066825B0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79ADEBA-8308-926C-6010-6FF27CC264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E60114D-CB66-2CFE-D706-EEEAF945814E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D0CE8F2-17FA-15B4-7650-2C1C48520FB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513745F-FA87-AD5B-C9E8-C5D9BA6D20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3761A95-261B-C6A5-EB88-32F5581E4D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43FDE41-4C3C-E13D-119E-59E87B32C2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CAC5A7-48DC-631B-723A-F30EA79B4073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D709E93-E960-81C8-AE25-5DBBE3120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E2E454D-7797-0EDC-B85E-45CB57EA11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EBD5C94-B7BC-7646-9EE0-790C5F6215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FF82EBB-9F61-02A0-54E7-22C5C9E4B4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6AE99A4-44E9-6EB9-C208-C6CF7211FD85}"/>
              </a:ext>
            </a:extLst>
          </p:cNvPr>
          <p:cNvSpPr txBox="1"/>
          <p:nvPr/>
        </p:nvSpPr>
        <p:spPr>
          <a:xfrm>
            <a:off x="2473117" y="595221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2F5584-89BA-3F73-212A-9DE3187C4353}"/>
              </a:ext>
            </a:extLst>
          </p:cNvPr>
          <p:cNvSpPr txBox="1"/>
          <p:nvPr/>
        </p:nvSpPr>
        <p:spPr>
          <a:xfrm>
            <a:off x="4569511" y="59536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969EAA-D850-9D35-880F-8A4B0520812D}"/>
              </a:ext>
            </a:extLst>
          </p:cNvPr>
          <p:cNvSpPr txBox="1"/>
          <p:nvPr/>
        </p:nvSpPr>
        <p:spPr>
          <a:xfrm>
            <a:off x="6739459" y="595221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D6A26A-E543-F7D7-F7A2-8B166B9334EA}"/>
              </a:ext>
            </a:extLst>
          </p:cNvPr>
          <p:cNvSpPr txBox="1"/>
          <p:nvPr/>
        </p:nvSpPr>
        <p:spPr>
          <a:xfrm>
            <a:off x="8920029" y="59522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C71AAC-6243-131D-584B-948EE42A2843}"/>
              </a:ext>
            </a:extLst>
          </p:cNvPr>
          <p:cNvSpPr txBox="1"/>
          <p:nvPr/>
        </p:nvSpPr>
        <p:spPr>
          <a:xfrm>
            <a:off x="2449413" y="15769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7ED43C-B004-498C-9D81-72EFAED5A0FD}"/>
              </a:ext>
            </a:extLst>
          </p:cNvPr>
          <p:cNvSpPr txBox="1"/>
          <p:nvPr/>
        </p:nvSpPr>
        <p:spPr>
          <a:xfrm>
            <a:off x="4674015" y="15784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712CE2-8162-F8E7-8AEE-8F1C87A7BA40}"/>
              </a:ext>
            </a:extLst>
          </p:cNvPr>
          <p:cNvSpPr txBox="1"/>
          <p:nvPr/>
        </p:nvSpPr>
        <p:spPr>
          <a:xfrm>
            <a:off x="6843963" y="15769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FD71D-8728-4285-C88C-FB39DB97F7D0}"/>
              </a:ext>
            </a:extLst>
          </p:cNvPr>
          <p:cNvSpPr txBox="1"/>
          <p:nvPr/>
        </p:nvSpPr>
        <p:spPr>
          <a:xfrm>
            <a:off x="9024533" y="15769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9955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7E853DB-0B2E-67F4-9649-84A036220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391" y="4373998"/>
            <a:ext cx="7772400" cy="439051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 odds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837D1-70D4-251C-0457-B35D0CE08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7" y="4396674"/>
            <a:ext cx="533400" cy="393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1" y="4242087"/>
            <a:ext cx="8733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65982D-3C17-D759-9404-4487AA08F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07" y="3489820"/>
            <a:ext cx="546100" cy="40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873340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6BF83-0AED-F7CC-0109-D89AFEC0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BF55D-AD87-0E08-5006-7B5904EB2829}"/>
              </a:ext>
            </a:extLst>
          </p:cNvPr>
          <p:cNvSpPr txBox="1"/>
          <p:nvPr/>
        </p:nvSpPr>
        <p:spPr>
          <a:xfrm>
            <a:off x="2473117" y="595221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10159-6EBE-A1B7-6BD2-49DC952646EF}"/>
              </a:ext>
            </a:extLst>
          </p:cNvPr>
          <p:cNvSpPr txBox="1"/>
          <p:nvPr/>
        </p:nvSpPr>
        <p:spPr>
          <a:xfrm>
            <a:off x="4569511" y="59536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274B7-824C-188C-EB4C-371F9E4E52D3}"/>
              </a:ext>
            </a:extLst>
          </p:cNvPr>
          <p:cNvSpPr txBox="1"/>
          <p:nvPr/>
        </p:nvSpPr>
        <p:spPr>
          <a:xfrm>
            <a:off x="6739459" y="595221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89DA7B-8A7A-D26B-0C53-102F589F3C42}"/>
              </a:ext>
            </a:extLst>
          </p:cNvPr>
          <p:cNvSpPr txBox="1"/>
          <p:nvPr/>
        </p:nvSpPr>
        <p:spPr>
          <a:xfrm>
            <a:off x="8920029" y="59522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F38A7C-6469-A972-C456-013A5AB28E4A}"/>
              </a:ext>
            </a:extLst>
          </p:cNvPr>
          <p:cNvSpPr txBox="1"/>
          <p:nvPr/>
        </p:nvSpPr>
        <p:spPr>
          <a:xfrm>
            <a:off x="2449413" y="15769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577F70-15FA-E490-A2C8-25D7B7457EC1}"/>
              </a:ext>
            </a:extLst>
          </p:cNvPr>
          <p:cNvSpPr txBox="1"/>
          <p:nvPr/>
        </p:nvSpPr>
        <p:spPr>
          <a:xfrm>
            <a:off x="4674015" y="15784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2B97DB-77F1-5BA4-7884-240A00915DBB}"/>
              </a:ext>
            </a:extLst>
          </p:cNvPr>
          <p:cNvSpPr txBox="1"/>
          <p:nvPr/>
        </p:nvSpPr>
        <p:spPr>
          <a:xfrm>
            <a:off x="6843963" y="15769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770D02-43DB-1AD6-1E41-D3CC45104F19}"/>
              </a:ext>
            </a:extLst>
          </p:cNvPr>
          <p:cNvSpPr txBox="1"/>
          <p:nvPr/>
        </p:nvSpPr>
        <p:spPr>
          <a:xfrm>
            <a:off x="9024533" y="15769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3AFFBFF-D6F1-FC7B-C2D1-E0CE7B7FB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599" y="3457838"/>
            <a:ext cx="7772400" cy="43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8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 odds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0" y="4242087"/>
            <a:ext cx="39705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1" y="3300300"/>
            <a:ext cx="3970539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BB908E3-55B1-6414-47B5-2AD8FCEA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1698B-D6C8-9E62-FA2A-04909AA8954D}"/>
              </a:ext>
            </a:extLst>
          </p:cNvPr>
          <p:cNvSpPr txBox="1"/>
          <p:nvPr/>
        </p:nvSpPr>
        <p:spPr>
          <a:xfrm>
            <a:off x="2473117" y="595221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A5A7E5-2909-0AB3-D42C-B33C7CB5DB98}"/>
              </a:ext>
            </a:extLst>
          </p:cNvPr>
          <p:cNvSpPr txBox="1"/>
          <p:nvPr/>
        </p:nvSpPr>
        <p:spPr>
          <a:xfrm>
            <a:off x="4569511" y="59536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4D827-1DFE-9CF3-85C1-19467F1EF6BC}"/>
              </a:ext>
            </a:extLst>
          </p:cNvPr>
          <p:cNvSpPr txBox="1"/>
          <p:nvPr/>
        </p:nvSpPr>
        <p:spPr>
          <a:xfrm>
            <a:off x="6739459" y="595221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169FFC-F42D-B924-57B8-AB1E8C639C14}"/>
              </a:ext>
            </a:extLst>
          </p:cNvPr>
          <p:cNvSpPr txBox="1"/>
          <p:nvPr/>
        </p:nvSpPr>
        <p:spPr>
          <a:xfrm>
            <a:off x="8920029" y="59522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D06A7-75DD-DE79-516C-9C716C92403C}"/>
              </a:ext>
            </a:extLst>
          </p:cNvPr>
          <p:cNvSpPr txBox="1"/>
          <p:nvPr/>
        </p:nvSpPr>
        <p:spPr>
          <a:xfrm>
            <a:off x="2449413" y="15769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CF5D6-3B64-B76B-F683-DBCC54E9A331}"/>
              </a:ext>
            </a:extLst>
          </p:cNvPr>
          <p:cNvSpPr txBox="1"/>
          <p:nvPr/>
        </p:nvSpPr>
        <p:spPr>
          <a:xfrm>
            <a:off x="4674015" y="15784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53A2D1-015C-100A-94A0-B9CE0B7480A0}"/>
              </a:ext>
            </a:extLst>
          </p:cNvPr>
          <p:cNvSpPr txBox="1"/>
          <p:nvPr/>
        </p:nvSpPr>
        <p:spPr>
          <a:xfrm>
            <a:off x="6843963" y="15769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5CFCF4-9819-03BF-40FE-636166D0F056}"/>
              </a:ext>
            </a:extLst>
          </p:cNvPr>
          <p:cNvSpPr txBox="1"/>
          <p:nvPr/>
        </p:nvSpPr>
        <p:spPr>
          <a:xfrm>
            <a:off x="9024533" y="15769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073044F-453A-B213-19A2-F7C598A53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57" y="3439743"/>
            <a:ext cx="3721100" cy="469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91632F-889B-CFE8-FA02-64C487AD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57" y="4355492"/>
            <a:ext cx="3708400" cy="4699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102FFC2-20B8-994B-1DA1-012998091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395" y="3526879"/>
            <a:ext cx="5537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324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 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67674-56E2-8E58-3874-746D002C58FC}"/>
              </a:ext>
            </a:extLst>
          </p:cNvPr>
          <p:cNvSpPr txBox="1"/>
          <p:nvPr/>
        </p:nvSpPr>
        <p:spPr>
          <a:xfrm>
            <a:off x="961489" y="4238498"/>
            <a:ext cx="9856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data are 10.11 times more likely under structures that include an edge between variables 1 and 2!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7DE66-F65D-00C8-077C-2C0F09B2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F56286-760A-CE15-73C3-59285C679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24861"/>
            <a:ext cx="7772400" cy="135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12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B76F-0346-61AE-F510-D1A29522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76CC375-06D0-E5B3-1FBC-A333FA82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 factor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CC79F-8FE5-493D-2862-F4409A2D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51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817A08-958D-CC72-CEA9-2EEB18B7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3E4190-C1D2-27D0-9E9A-D516A3151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D1A0E6B-267F-1C7D-713A-BDB4DE85058E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5B92FA-E100-D8F4-74D5-2605AB4FBC32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08FB207C-878D-3AEB-7F32-C37C9F93E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BC89DB8-04AE-851F-761F-5B8E429DE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AF6231B-0477-A74D-F958-11692F0278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FF1546-E534-5263-2EB5-E2F1AFF16C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9C80337-3119-724D-E1AE-1F30696354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067618-C91F-43AB-EBBC-A1A6287AF0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C631950-6EE9-78FC-2E5F-CA8F30DD65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EA75EA-639A-35AA-A2C4-73BF239CF7FE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62B023-43EE-668B-1943-B001E67A6220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82E7E6-D245-599F-79E6-2BA3E5B72BF0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631CA4-BD53-84BF-4D30-380E626957BF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4BA529-FB5B-0845-A9A7-496A1B1C54CB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87B2EA-372F-4768-8131-CF5378714D78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63591E23-E2BB-ABF1-6605-F1AA5B66A8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05A82F2-2A43-9F41-506E-81AD12A92E9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0549817-45B7-3DEA-FC67-FCAEC2D320C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62238B3-C78F-79EA-454E-38A2324B10D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DFCEA86-B689-9949-8730-0E16AFC32B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6832E7D-C6A4-C298-0063-7CAE54007F3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B54A9D3-9606-EB07-BF6B-FEBE340B4FB3}"/>
              </a:ext>
            </a:extLst>
          </p:cNvPr>
          <p:cNvSpPr/>
          <p:nvPr/>
        </p:nvSpPr>
        <p:spPr>
          <a:xfrm>
            <a:off x="4496697" y="3873500"/>
            <a:ext cx="3260823" cy="2984500"/>
          </a:xfrm>
          <a:prstGeom prst="rect">
            <a:avLst/>
          </a:prstGeom>
          <a:solidFill>
            <a:schemeClr val="accent3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7B0CC0-B227-27C2-04C0-155C454FEDC1}"/>
              </a:ext>
            </a:extLst>
          </p:cNvPr>
          <p:cNvSpPr/>
          <p:nvPr/>
        </p:nvSpPr>
        <p:spPr>
          <a:xfrm>
            <a:off x="7762012" y="3873500"/>
            <a:ext cx="4429988" cy="2984500"/>
          </a:xfrm>
          <a:prstGeom prst="rect">
            <a:avLst/>
          </a:prstGeom>
          <a:solidFill>
            <a:srgbClr val="1F386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D8E5C9-0AB9-052B-C34C-9BA22BA45FCA}"/>
              </a:ext>
            </a:extLst>
          </p:cNvPr>
          <p:cNvSpPr/>
          <p:nvPr/>
        </p:nvSpPr>
        <p:spPr>
          <a:xfrm>
            <a:off x="0" y="3873500"/>
            <a:ext cx="4492607" cy="2984500"/>
          </a:xfrm>
          <a:prstGeom prst="rect">
            <a:avLst/>
          </a:prstGeom>
          <a:solidFill>
            <a:srgbClr val="9911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AD80BB-659A-356D-DF5F-39CA829FE5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09800" y="1624861"/>
            <a:ext cx="7772400" cy="135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416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8E36-E1B5-BB19-E387-14E6DFA1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44AAC2-38CD-05FF-BD49-1481AD8E9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 factor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2222D-715D-41DC-ADCE-E2D91A66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CD7BD5-2245-D0C2-C434-5E7D70AD5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1DF358-4A1E-F56A-A0E5-8B5B56ACC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8E7FF5-2ED6-5EF6-D625-B04F4516EE04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6D37CD-FA2D-6201-75B6-2FDFA8D957B6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78246758-8948-7757-BB91-E9AF677AE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4A0571-C9A1-FDC2-5A5C-A1361491A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712417-F723-0F65-EA97-5EED45DFA6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E38C53-E701-61BB-FE95-EC2D6B7E4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C56D02-B319-3100-D6D8-69D7FC3DE1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700961-6298-1F47-B568-1AA82B0750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0F9831C-0C50-2F3E-ED7C-E0C42F7F98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D3325D-1424-CF5F-5CC5-9BFD64B971C6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695CE7-264B-3B1C-7AB6-0E43ACEA3DDB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845B9C9-B748-E314-564C-ADFDDB6AA3F8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0FF04D-B712-77C4-DDDC-8E1703EBC44D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9875B78-C9ED-3B81-A183-A1930B921EF9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14C720-B1D7-FBBD-75A4-25DBC99AFEC5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D382612E-2C2C-8A12-4F1F-62809EC2A8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514B2AA-893D-5211-D935-8374A772B0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F7C479B-ECA4-F701-277D-5B6D9D2EF0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F6DFAAB-B633-23A0-76C7-7356C665F31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A9174DC-B0A5-97C7-0C34-1E1882EAA8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4F31BFE-0959-196C-6030-271311634E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8D7C1B8-865B-6E27-8354-4F5A464D2A5D}"/>
              </a:ext>
            </a:extLst>
          </p:cNvPr>
          <p:cNvSpPr/>
          <p:nvPr/>
        </p:nvSpPr>
        <p:spPr>
          <a:xfrm>
            <a:off x="4496697" y="3873500"/>
            <a:ext cx="3260823" cy="2984500"/>
          </a:xfrm>
          <a:prstGeom prst="rect">
            <a:avLst/>
          </a:prstGeom>
          <a:solidFill>
            <a:schemeClr val="accent3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228A4F-2633-63A3-A98B-C9F7F9303042}"/>
              </a:ext>
            </a:extLst>
          </p:cNvPr>
          <p:cNvSpPr/>
          <p:nvPr/>
        </p:nvSpPr>
        <p:spPr>
          <a:xfrm>
            <a:off x="7762012" y="3873500"/>
            <a:ext cx="4429988" cy="2984500"/>
          </a:xfrm>
          <a:prstGeom prst="rect">
            <a:avLst/>
          </a:prstGeom>
          <a:solidFill>
            <a:srgbClr val="1F386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DB9169-208A-9011-EA21-7917B247F21F}"/>
              </a:ext>
            </a:extLst>
          </p:cNvPr>
          <p:cNvSpPr/>
          <p:nvPr/>
        </p:nvSpPr>
        <p:spPr>
          <a:xfrm>
            <a:off x="0" y="3873500"/>
            <a:ext cx="4492607" cy="2984500"/>
          </a:xfrm>
          <a:prstGeom prst="rect">
            <a:avLst/>
          </a:prstGeom>
          <a:solidFill>
            <a:srgbClr val="9911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AC357C-BDEF-109E-3222-66ACEABA86A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6002" y="3004259"/>
            <a:ext cx="37592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97F1B1-3B33-0A75-AB3F-AADF371CDEC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6002" y="2319003"/>
            <a:ext cx="3759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92B04E-8851-5F4C-0A69-252ECFD79E8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7837" y="1649433"/>
            <a:ext cx="3975100" cy="4699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64AF48C-12B4-F64D-63A2-1DDBC1EF2387}"/>
              </a:ext>
            </a:extLst>
          </p:cNvPr>
          <p:cNvGrpSpPr>
            <a:grpSpLocks/>
          </p:cNvGrpSpPr>
          <p:nvPr/>
        </p:nvGrpSpPr>
        <p:grpSpPr>
          <a:xfrm>
            <a:off x="6961484" y="1869764"/>
            <a:ext cx="1828800" cy="1443600"/>
            <a:chOff x="5893200" y="2222499"/>
            <a:chExt cx="1558800" cy="123350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63016A-60D4-9D87-F006-87B58F6386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DB173F0-DA7E-2A62-C463-314176C210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C032348-BCA3-59C0-C1A9-413F8ACF624E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8A38D61-C9CC-D2FD-D3FF-1E0C57D6B2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BBCB065-493A-86F0-8676-B2040A2BA1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802865A-624F-9537-99D5-7C2C18302A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59022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83845" y="2120596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395873" y="1133865"/>
              <a:ext cx="6412847" cy="5144839"/>
              <a:chOff x="4861822" y="1197653"/>
              <a:chExt cx="6412847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31405" y="1197653"/>
                <a:ext cx="1236308" cy="1116000"/>
                <a:chOff x="5129614" y="1008542"/>
                <a:chExt cx="1236308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129614" y="1246022"/>
                  <a:ext cx="123630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48" cy="1116000"/>
                <a:chOff x="5077942" y="1110142"/>
                <a:chExt cx="1187248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4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587265" y="5226491"/>
                <a:ext cx="1322746" cy="1116000"/>
                <a:chOff x="5099095" y="1160942"/>
                <a:chExt cx="1322746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099095" y="1436524"/>
                  <a:ext cx="132274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27167" y="1373022"/>
                  <a:ext cx="81579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087421" y="3959279"/>
                <a:ext cx="1187248" cy="1116000"/>
                <a:chOff x="5061081" y="1197977"/>
                <a:chExt cx="1187248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061081" y="1549783"/>
                  <a:ext cx="1187248" cy="4036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283800" y="1269753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A65EEB9-0764-0BB6-2F34-5F27C67E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Quiz: Why are edges missing?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1AC86D-F2C0-F58C-0F3D-4DC4200E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796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0FF5919-0AA2-7054-CDC1-848FC7FF91EB}"/>
              </a:ext>
            </a:extLst>
          </p:cNvPr>
          <p:cNvGrpSpPr>
            <a:grpSpLocks noChangeAspect="1"/>
          </p:cNvGrpSpPr>
          <p:nvPr/>
        </p:nvGrpSpPr>
        <p:grpSpPr>
          <a:xfrm>
            <a:off x="6687212" y="2120596"/>
            <a:ext cx="4820943" cy="3600000"/>
            <a:chOff x="2451100" y="1014039"/>
            <a:chExt cx="7024114" cy="52451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0509D92-94C0-CE9C-5C14-06C1358F98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559" r="1"/>
            <a:stretch/>
          </p:blipFill>
          <p:spPr>
            <a:xfrm>
              <a:off x="2451100" y="1014039"/>
              <a:ext cx="7024114" cy="52451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4B6895E-7673-7698-AA76-ECFCC393DF45}"/>
                </a:ext>
              </a:extLst>
            </p:cNvPr>
            <p:cNvGrpSpPr/>
            <p:nvPr/>
          </p:nvGrpSpPr>
          <p:grpSpPr>
            <a:xfrm>
              <a:off x="2745526" y="1108465"/>
              <a:ext cx="6441245" cy="5144838"/>
              <a:chOff x="4861976" y="1197653"/>
              <a:chExt cx="6441245" cy="51448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80F4AE5-DD3B-4C37-4E39-8E6C8697168E}"/>
                  </a:ext>
                </a:extLst>
              </p:cNvPr>
              <p:cNvGrpSpPr/>
              <p:nvPr/>
            </p:nvGrpSpPr>
            <p:grpSpPr>
              <a:xfrm>
                <a:off x="6631567" y="1197653"/>
                <a:ext cx="1235986" cy="1116000"/>
                <a:chOff x="5129776" y="1008542"/>
                <a:chExt cx="1235986" cy="1116000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24EC207-C6D3-8C84-5E3A-EABB783D6C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959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4FE15A9-CAFA-A555-24BE-DE521EAA082F}"/>
                    </a:ext>
                  </a:extLst>
                </p:cNvPr>
                <p:cNvSpPr txBox="1"/>
                <p:nvPr/>
              </p:nvSpPr>
              <p:spPr>
                <a:xfrm>
                  <a:off x="5129776" y="1246023"/>
                  <a:ext cx="1235986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A3C4E2F-CA56-7082-0BBE-D5902F0916A8}"/>
                  </a:ext>
                </a:extLst>
              </p:cNvPr>
              <p:cNvGrpSpPr/>
              <p:nvPr/>
            </p:nvGrpSpPr>
            <p:grpSpPr>
              <a:xfrm>
                <a:off x="4861976" y="2915400"/>
                <a:ext cx="1186941" cy="1116000"/>
                <a:chOff x="5078096" y="1110142"/>
                <a:chExt cx="1186941" cy="1116000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674032F9-C083-C5B5-AEAA-656DD2603A9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D15F516-0994-8DF5-BD37-DD984EC634EA}"/>
                    </a:ext>
                  </a:extLst>
                </p:cNvPr>
                <p:cNvSpPr txBox="1"/>
                <p:nvPr/>
              </p:nvSpPr>
              <p:spPr>
                <a:xfrm>
                  <a:off x="5078096" y="1334924"/>
                  <a:ext cx="1186941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B4E403D-38B0-E9FE-9A0E-DF159DA52494}"/>
                  </a:ext>
                </a:extLst>
              </p:cNvPr>
              <p:cNvGrpSpPr/>
              <p:nvPr/>
            </p:nvGrpSpPr>
            <p:grpSpPr>
              <a:xfrm>
                <a:off x="5587436" y="5226491"/>
                <a:ext cx="1322404" cy="1116000"/>
                <a:chOff x="5099266" y="1160942"/>
                <a:chExt cx="1322404" cy="1116000"/>
              </a:xfrm>
            </p:grpSpPr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2B747390-56CF-75FD-B0EB-ADBAB7E777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0A08FF0-79ED-D303-9F98-9B05E6864E0B}"/>
                    </a:ext>
                  </a:extLst>
                </p:cNvPr>
                <p:cNvSpPr txBox="1"/>
                <p:nvPr/>
              </p:nvSpPr>
              <p:spPr>
                <a:xfrm>
                  <a:off x="5099266" y="1436522"/>
                  <a:ext cx="1322404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3F4F9C9-8091-00BD-A6B5-D0EFA15432C5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D690409-D86A-B9C0-429C-C28D91680F1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4BEFEA4-A291-8E7E-070D-A267724DE3A6}"/>
                    </a:ext>
                  </a:extLst>
                </p:cNvPr>
                <p:cNvSpPr txBox="1"/>
                <p:nvPr/>
              </p:nvSpPr>
              <p:spPr>
                <a:xfrm>
                  <a:off x="5327276" y="1373024"/>
                  <a:ext cx="815585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9F5595D-09FA-4F52-D8B6-4B4901A67EDC}"/>
                  </a:ext>
                </a:extLst>
              </p:cNvPr>
              <p:cNvGrpSpPr/>
              <p:nvPr/>
            </p:nvGrpSpPr>
            <p:grpSpPr>
              <a:xfrm>
                <a:off x="10116280" y="3922244"/>
                <a:ext cx="1186941" cy="1116000"/>
                <a:chOff x="5089940" y="1160942"/>
                <a:chExt cx="1186941" cy="11160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368C243D-4E9F-CC07-143D-687DC4C26E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19676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CE9D4DC-BC14-EE23-A6E1-9BD3D329B07C}"/>
                    </a:ext>
                  </a:extLst>
                </p:cNvPr>
                <p:cNvSpPr txBox="1"/>
                <p:nvPr/>
              </p:nvSpPr>
              <p:spPr>
                <a:xfrm>
                  <a:off x="5089940" y="1546589"/>
                  <a:ext cx="1186941" cy="4035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35D0343-BD9D-EDA2-C9D2-5972F592860E}"/>
                  </a:ext>
                </a:extLst>
              </p:cNvPr>
              <p:cNvGrpSpPr/>
              <p:nvPr/>
            </p:nvGrpSpPr>
            <p:grpSpPr>
              <a:xfrm>
                <a:off x="8281093" y="5077371"/>
                <a:ext cx="1114885" cy="1116000"/>
                <a:chOff x="5171335" y="1024522"/>
                <a:chExt cx="1114885" cy="1116000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688FC218-6594-65B0-62DD-887BE9C85E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71335" y="102452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21B8BCF-7A60-6F6C-4BF1-BCFB5731ACB7}"/>
                    </a:ext>
                  </a:extLst>
                </p:cNvPr>
                <p:cNvSpPr txBox="1"/>
                <p:nvPr/>
              </p:nvSpPr>
              <p:spPr>
                <a:xfrm>
                  <a:off x="5271223" y="1259135"/>
                  <a:ext cx="927691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83845" y="2120596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395873" y="1133865"/>
              <a:ext cx="6412847" cy="5144839"/>
              <a:chOff x="4861822" y="1197653"/>
              <a:chExt cx="6412847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31405" y="1197653"/>
                <a:ext cx="1236308" cy="1116000"/>
                <a:chOff x="5129614" y="1008542"/>
                <a:chExt cx="1236308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129614" y="1246022"/>
                  <a:ext cx="123630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48" cy="1116000"/>
                <a:chOff x="5077942" y="1110142"/>
                <a:chExt cx="1187248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4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587265" y="5226491"/>
                <a:ext cx="1322746" cy="1116000"/>
                <a:chOff x="5099095" y="1160942"/>
                <a:chExt cx="1322746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099095" y="1436524"/>
                  <a:ext cx="132274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27167" y="1373022"/>
                  <a:ext cx="81579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087421" y="3959279"/>
                <a:ext cx="1187248" cy="1116000"/>
                <a:chOff x="5061081" y="1197977"/>
                <a:chExt cx="1187248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061081" y="1549783"/>
                  <a:ext cx="1187248" cy="4036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283800" y="1269753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7A50FEB-8E0A-34DB-9C62-740153CC4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Solution: Evidence plot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39FDC4-2E59-A695-95F0-0E9BF9803DAE}"/>
              </a:ext>
            </a:extLst>
          </p:cNvPr>
          <p:cNvSpPr txBox="1"/>
          <p:nvPr/>
        </p:nvSpPr>
        <p:spPr>
          <a:xfrm>
            <a:off x="8204660" y="234119"/>
            <a:ext cx="3749744" cy="5539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bg1"/>
                </a:solidFill>
                <a:latin typeface="Helvetica" pitchFamily="2" charset="0"/>
                <a:cs typeface="Times New Roman" panose="02020603050405020304" pitchFamily="18" charset="0"/>
              </a:rPr>
              <a:t>Absence of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30537-6F96-87D0-4CD7-47CC6BDD0838}"/>
              </a:ext>
            </a:extLst>
          </p:cNvPr>
          <p:cNvSpPr txBox="1"/>
          <p:nvPr/>
        </p:nvSpPr>
        <p:spPr>
          <a:xfrm>
            <a:off x="8204660" y="1098264"/>
            <a:ext cx="3749744" cy="553998"/>
          </a:xfrm>
          <a:prstGeom prst="rect">
            <a:avLst/>
          </a:prstGeom>
          <a:solidFill>
            <a:srgbClr val="991100"/>
          </a:solidFill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bg1"/>
                </a:solidFill>
                <a:latin typeface="Helvetica" pitchFamily="2" charset="0"/>
                <a:cs typeface="Times New Roman" panose="02020603050405020304" pitchFamily="18" charset="0"/>
              </a:rPr>
              <a:t>Evidence of absence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77D90-CEA9-EB19-B4D8-D4F202F4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773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B43F9-EAA3-5CB1-23F0-BFDB9090C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DAD5-86D1-67D7-D5FF-622E6164B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C169B-D346-22D3-B724-F1475300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8ECE5B-6C99-36F5-6E4A-93C348A3C2CC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9C09A3-3C80-9A87-5DB5-AF20C4FA268E}"/>
              </a:ext>
            </a:extLst>
          </p:cNvPr>
          <p:cNvGrpSpPr/>
          <p:nvPr/>
        </p:nvGrpSpPr>
        <p:grpSpPr>
          <a:xfrm>
            <a:off x="5328372" y="2305032"/>
            <a:ext cx="4297780" cy="2532944"/>
            <a:chOff x="6625622" y="2162528"/>
            <a:chExt cx="4297780" cy="25329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452A4C1-0A05-18CE-556F-CCABCCB11085}"/>
                </a:ext>
              </a:extLst>
            </p:cNvPr>
            <p:cNvGrpSpPr/>
            <p:nvPr/>
          </p:nvGrpSpPr>
          <p:grpSpPr>
            <a:xfrm>
              <a:off x="6625622" y="2162528"/>
              <a:ext cx="4297780" cy="2532944"/>
              <a:chOff x="4115174" y="2349000"/>
              <a:chExt cx="4297780" cy="2532944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B3481E9E-B1BD-6A5B-FE15-A01495D33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000" y="2349000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3CD12F1-5B14-9286-B3D9-F98423469E40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4297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Tutorial /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5C67670-7B9A-A172-7042-97071E3192BD}"/>
                </a:ext>
              </a:extLst>
            </p:cNvPr>
            <p:cNvGrpSpPr/>
            <p:nvPr/>
          </p:nvGrpSpPr>
          <p:grpSpPr>
            <a:xfrm>
              <a:off x="9200738" y="2461664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2AD233D3-2450-A7FE-F608-8146D3852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4220D29-AC77-417A-29FC-8B1283074AC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8ADF49C7-FA3F-B376-F46E-42329E3482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9C70BC75-4776-EBDE-65DB-9E811630E1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2FF7E7-DD89-3E54-A962-3F7CA7C2AE58}"/>
              </a:ext>
            </a:extLst>
          </p:cNvPr>
          <p:cNvGrpSpPr/>
          <p:nvPr/>
        </p:nvGrpSpPr>
        <p:grpSpPr>
          <a:xfrm>
            <a:off x="2413756" y="2305032"/>
            <a:ext cx="2355260" cy="2509194"/>
            <a:chOff x="1029505" y="2349000"/>
            <a:chExt cx="2355260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4DA6FF5-B6AA-A73B-2E0D-232554A93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EAB50B-6EC4-94B9-6039-F6336D3EE673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9F8E45-8D41-A5B8-FF7A-9CCC89FA06CE}"/>
              </a:ext>
            </a:extLst>
          </p:cNvPr>
          <p:cNvSpPr/>
          <p:nvPr/>
        </p:nvSpPr>
        <p:spPr>
          <a:xfrm>
            <a:off x="1413164" y="1341912"/>
            <a:ext cx="4001984" cy="4227615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57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1487</Words>
  <Application>Microsoft Macintosh PowerPoint</Application>
  <PresentationFormat>Widescreen</PresentationFormat>
  <Paragraphs>779</Paragraphs>
  <Slides>55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Calibri Light</vt:lpstr>
      <vt:lpstr>Helvetica</vt:lpstr>
      <vt:lpstr>Proxima Nova</vt:lpstr>
      <vt:lpstr>Office Theme</vt:lpstr>
      <vt:lpstr>Bayesian Graphical Modeling </vt:lpstr>
      <vt:lpstr>Session setup</vt:lpstr>
      <vt:lpstr>Session setup</vt:lpstr>
      <vt:lpstr>Two fundamental questions in network analysis</vt:lpstr>
      <vt:lpstr>PowerPoint Presentation</vt:lpstr>
      <vt:lpstr>PowerPoint Presentation</vt:lpstr>
      <vt:lpstr>Two fundamental questions in network analysis</vt:lpstr>
      <vt:lpstr>A network of alcohol disorder symptoms</vt:lpstr>
      <vt:lpstr>PowerPoint Presentation</vt:lpstr>
      <vt:lpstr>PowerPoint Presentation</vt:lpstr>
      <vt:lpstr>A network of alcohol disorder symptoms</vt:lpstr>
      <vt:lpstr>A network of alcohol disorder symptoms</vt:lpstr>
      <vt:lpstr>Two take-home messages</vt:lpstr>
      <vt:lpstr>Two take-home messages</vt:lpstr>
      <vt:lpstr>The Bayesian analysis of network structures</vt:lpstr>
      <vt:lpstr>The Bayesian analysis of network structures</vt:lpstr>
      <vt:lpstr>PowerPoint Presentation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prior structure probabilities</vt:lpstr>
      <vt:lpstr>The prior structure probabilities</vt:lpstr>
      <vt:lpstr>The prior structure probabilities</vt:lpstr>
      <vt:lpstr>The prior structure probabilities</vt:lpstr>
      <vt:lpstr>The marginal likelihood</vt:lpstr>
      <vt:lpstr>The marginal likelihood</vt:lpstr>
      <vt:lpstr>The marginal likelihood</vt:lpstr>
      <vt:lpstr>The marginal likelihood</vt:lpstr>
      <vt:lpstr>Bayesian estimation: prior probabilities</vt:lpstr>
      <vt:lpstr>Bayesian estimation: posterior probabilities</vt:lpstr>
      <vt:lpstr>Bayesian estimation: posterior probabilities</vt:lpstr>
      <vt:lpstr>Bayesian estimation: posterior probabilities</vt:lpstr>
      <vt:lpstr>Bayesian hypothesis testing</vt:lpstr>
      <vt:lpstr>Bayesian hypothesis testing</vt:lpstr>
      <vt:lpstr>Bayesian hypothesis testing</vt:lpstr>
      <vt:lpstr>Bayesian hypothesis testing: prior odds</vt:lpstr>
      <vt:lpstr>Bayesian hypothesis testing: prior odds</vt:lpstr>
      <vt:lpstr>Bayesian hypothesis testing: prior odds</vt:lpstr>
      <vt:lpstr>Bayesian hypothesis testing: prior odds</vt:lpstr>
      <vt:lpstr>Bayesian hypothesis testing: posterior odds</vt:lpstr>
      <vt:lpstr>Bayesian hypothesis testing: posterior odds</vt:lpstr>
      <vt:lpstr>Bayesian hypothesis testing: posterior odds</vt:lpstr>
      <vt:lpstr>Bayesian hypothesis testing: Bayes factor</vt:lpstr>
      <vt:lpstr>Bayesian hypothesis testing: Bayes factor</vt:lpstr>
      <vt:lpstr>Bayesian hypothesis testing: Bayes factor</vt:lpstr>
      <vt:lpstr>Quiz: Why are edges missing?</vt:lpstr>
      <vt:lpstr>Solution: Evidence plot</vt:lpstr>
      <vt:lpstr>Session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Maarten Marsman</dc:creator>
  <cp:lastModifiedBy>Maarten Marsman</cp:lastModifiedBy>
  <cp:revision>7</cp:revision>
  <dcterms:created xsi:type="dcterms:W3CDTF">2023-01-24T10:14:29Z</dcterms:created>
  <dcterms:modified xsi:type="dcterms:W3CDTF">2025-10-04T08:33:05Z</dcterms:modified>
</cp:coreProperties>
</file>