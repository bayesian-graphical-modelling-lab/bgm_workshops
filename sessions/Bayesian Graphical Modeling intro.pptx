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346" r:id="rId2"/>
    <p:sldId id="697" r:id="rId3"/>
    <p:sldId id="728" r:id="rId4"/>
    <p:sldId id="363" r:id="rId5"/>
    <p:sldId id="665" r:id="rId6"/>
    <p:sldId id="666" r:id="rId7"/>
    <p:sldId id="610" r:id="rId8"/>
    <p:sldId id="671" r:id="rId9"/>
    <p:sldId id="672" r:id="rId10"/>
    <p:sldId id="673" r:id="rId11"/>
    <p:sldId id="674" r:id="rId12"/>
    <p:sldId id="675" r:id="rId13"/>
    <p:sldId id="720" r:id="rId14"/>
    <p:sldId id="679" r:id="rId15"/>
    <p:sldId id="680" r:id="rId16"/>
    <p:sldId id="295" r:id="rId17"/>
    <p:sldId id="723" r:id="rId18"/>
    <p:sldId id="729" r:id="rId19"/>
    <p:sldId id="722" r:id="rId20"/>
    <p:sldId id="724" r:id="rId21"/>
    <p:sldId id="296" r:id="rId22"/>
    <p:sldId id="294" r:id="rId23"/>
    <p:sldId id="693" r:id="rId24"/>
    <p:sldId id="725" r:id="rId25"/>
    <p:sldId id="730" r:id="rId26"/>
    <p:sldId id="721" r:id="rId27"/>
    <p:sldId id="726" r:id="rId28"/>
    <p:sldId id="704" r:id="rId29"/>
    <p:sldId id="700" r:id="rId30"/>
    <p:sldId id="703" r:id="rId31"/>
    <p:sldId id="702" r:id="rId32"/>
    <p:sldId id="727" r:id="rId3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F4B914"/>
    <a:srgbClr val="FDD302"/>
    <a:srgbClr val="BFBFBF"/>
    <a:srgbClr val="5885A2"/>
    <a:srgbClr val="87A2BA"/>
    <a:srgbClr val="D69C9A"/>
    <a:srgbClr val="1F3764"/>
    <a:srgbClr val="991200"/>
    <a:srgbClr val="366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A3560-9C5C-564F-AFC8-F34E5CA7EDB4}" v="198" dt="2025-09-25T10:08:42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45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rten Marsman" userId="90746270-d662-4e67-8cb8-dda2e7e1873d" providerId="ADAL" clId="{F3DD1DF5-7960-344E-A5D0-C69694D41554}"/>
    <pc:docChg chg="undo custSel addSld delSld modSld">
      <pc:chgData name="Maarten Marsman" userId="90746270-d662-4e67-8cb8-dda2e7e1873d" providerId="ADAL" clId="{F3DD1DF5-7960-344E-A5D0-C69694D41554}" dt="2024-09-26T05:43:09.472" v="1128" actId="20577"/>
      <pc:docMkLst>
        <pc:docMk/>
      </pc:docMkLst>
      <pc:sldChg chg="addSp modSp mod">
        <pc:chgData name="Maarten Marsman" userId="90746270-d662-4e67-8cb8-dda2e7e1873d" providerId="ADAL" clId="{F3DD1DF5-7960-344E-A5D0-C69694D41554}" dt="2024-09-26T05:43:09.472" v="1128" actId="20577"/>
        <pc:sldMkLst>
          <pc:docMk/>
          <pc:sldMk cId="1131232699" sldId="346"/>
        </pc:sldMkLst>
      </pc:sldChg>
      <pc:sldChg chg="del">
        <pc:chgData name="Maarten Marsman" userId="90746270-d662-4e67-8cb8-dda2e7e1873d" providerId="ADAL" clId="{F3DD1DF5-7960-344E-A5D0-C69694D41554}" dt="2024-09-18T07:17:55.920" v="454" actId="2696"/>
        <pc:sldMkLst>
          <pc:docMk/>
          <pc:sldMk cId="1227194940" sldId="478"/>
        </pc:sldMkLst>
      </pc:sldChg>
      <pc:sldChg chg="del">
        <pc:chgData name="Maarten Marsman" userId="90746270-d662-4e67-8cb8-dda2e7e1873d" providerId="ADAL" clId="{F3DD1DF5-7960-344E-A5D0-C69694D41554}" dt="2024-09-18T07:17:55.973" v="464" actId="2696"/>
        <pc:sldMkLst>
          <pc:docMk/>
          <pc:sldMk cId="235793182" sldId="488"/>
        </pc:sldMkLst>
      </pc:sldChg>
      <pc:sldChg chg="del">
        <pc:chgData name="Maarten Marsman" userId="90746270-d662-4e67-8cb8-dda2e7e1873d" providerId="ADAL" clId="{F3DD1DF5-7960-344E-A5D0-C69694D41554}" dt="2024-09-18T07:17:56.070" v="478" actId="2696"/>
        <pc:sldMkLst>
          <pc:docMk/>
          <pc:sldMk cId="898003644" sldId="495"/>
        </pc:sldMkLst>
      </pc:sldChg>
      <pc:sldChg chg="del">
        <pc:chgData name="Maarten Marsman" userId="90746270-d662-4e67-8cb8-dda2e7e1873d" providerId="ADAL" clId="{F3DD1DF5-7960-344E-A5D0-C69694D41554}" dt="2024-09-18T07:17:55.743" v="426" actId="2696"/>
        <pc:sldMkLst>
          <pc:docMk/>
          <pc:sldMk cId="2359182792" sldId="501"/>
        </pc:sldMkLst>
      </pc:sldChg>
      <pc:sldChg chg="del">
        <pc:chgData name="Maarten Marsman" userId="90746270-d662-4e67-8cb8-dda2e7e1873d" providerId="ADAL" clId="{F3DD1DF5-7960-344E-A5D0-C69694D41554}" dt="2024-09-18T07:17:56.013" v="472" actId="2696"/>
        <pc:sldMkLst>
          <pc:docMk/>
          <pc:sldMk cId="1610913421" sldId="502"/>
        </pc:sldMkLst>
      </pc:sldChg>
      <pc:sldChg chg="del">
        <pc:chgData name="Maarten Marsman" userId="90746270-d662-4e67-8cb8-dda2e7e1873d" providerId="ADAL" clId="{F3DD1DF5-7960-344E-A5D0-C69694D41554}" dt="2024-09-18T07:17:55.962" v="461" actId="2696"/>
        <pc:sldMkLst>
          <pc:docMk/>
          <pc:sldMk cId="3031435821" sldId="503"/>
        </pc:sldMkLst>
      </pc:sldChg>
      <pc:sldChg chg="del">
        <pc:chgData name="Maarten Marsman" userId="90746270-d662-4e67-8cb8-dda2e7e1873d" providerId="ADAL" clId="{F3DD1DF5-7960-344E-A5D0-C69694D41554}" dt="2024-09-18T07:17:55.987" v="467" actId="2696"/>
        <pc:sldMkLst>
          <pc:docMk/>
          <pc:sldMk cId="885869145" sldId="509"/>
        </pc:sldMkLst>
      </pc:sldChg>
      <pc:sldChg chg="del">
        <pc:chgData name="Maarten Marsman" userId="90746270-d662-4e67-8cb8-dda2e7e1873d" providerId="ADAL" clId="{F3DD1DF5-7960-344E-A5D0-C69694D41554}" dt="2024-09-18T07:17:55.822" v="439" actId="2696"/>
        <pc:sldMkLst>
          <pc:docMk/>
          <pc:sldMk cId="2481138514" sldId="510"/>
        </pc:sldMkLst>
      </pc:sldChg>
      <pc:sldChg chg="del">
        <pc:chgData name="Maarten Marsman" userId="90746270-d662-4e67-8cb8-dda2e7e1873d" providerId="ADAL" clId="{F3DD1DF5-7960-344E-A5D0-C69694D41554}" dt="2024-09-18T07:17:55.928" v="456" actId="2696"/>
        <pc:sldMkLst>
          <pc:docMk/>
          <pc:sldMk cId="1327573149" sldId="511"/>
        </pc:sldMkLst>
      </pc:sldChg>
      <pc:sldChg chg="del">
        <pc:chgData name="Maarten Marsman" userId="90746270-d662-4e67-8cb8-dda2e7e1873d" providerId="ADAL" clId="{F3DD1DF5-7960-344E-A5D0-C69694D41554}" dt="2024-09-18T07:17:55.952" v="460" actId="2696"/>
        <pc:sldMkLst>
          <pc:docMk/>
          <pc:sldMk cId="45059942" sldId="512"/>
        </pc:sldMkLst>
      </pc:sldChg>
      <pc:sldChg chg="del">
        <pc:chgData name="Maarten Marsman" userId="90746270-d662-4e67-8cb8-dda2e7e1873d" providerId="ADAL" clId="{F3DD1DF5-7960-344E-A5D0-C69694D41554}" dt="2024-09-18T07:17:56.056" v="476" actId="2696"/>
        <pc:sldMkLst>
          <pc:docMk/>
          <pc:sldMk cId="933161217" sldId="513"/>
        </pc:sldMkLst>
      </pc:sldChg>
      <pc:sldChg chg="del">
        <pc:chgData name="Maarten Marsman" userId="90746270-d662-4e67-8cb8-dda2e7e1873d" providerId="ADAL" clId="{F3DD1DF5-7960-344E-A5D0-C69694D41554}" dt="2024-09-18T07:17:55.687" v="416" actId="2696"/>
        <pc:sldMkLst>
          <pc:docMk/>
          <pc:sldMk cId="1917805848" sldId="514"/>
        </pc:sldMkLst>
      </pc:sldChg>
      <pc:sldChg chg="del">
        <pc:chgData name="Maarten Marsman" userId="90746270-d662-4e67-8cb8-dda2e7e1873d" providerId="ADAL" clId="{F3DD1DF5-7960-344E-A5D0-C69694D41554}" dt="2024-09-18T07:17:55.824" v="440" actId="2696"/>
        <pc:sldMkLst>
          <pc:docMk/>
          <pc:sldMk cId="2891595416" sldId="515"/>
        </pc:sldMkLst>
      </pc:sldChg>
      <pc:sldChg chg="del">
        <pc:chgData name="Maarten Marsman" userId="90746270-d662-4e67-8cb8-dda2e7e1873d" providerId="ADAL" clId="{F3DD1DF5-7960-344E-A5D0-C69694D41554}" dt="2024-09-18T07:17:55.890" v="449" actId="2696"/>
        <pc:sldMkLst>
          <pc:docMk/>
          <pc:sldMk cId="1421703945" sldId="526"/>
        </pc:sldMkLst>
      </pc:sldChg>
      <pc:sldChg chg="del">
        <pc:chgData name="Maarten Marsman" userId="90746270-d662-4e67-8cb8-dda2e7e1873d" providerId="ADAL" clId="{F3DD1DF5-7960-344E-A5D0-C69694D41554}" dt="2024-09-18T07:17:56.027" v="474" actId="2696"/>
        <pc:sldMkLst>
          <pc:docMk/>
          <pc:sldMk cId="3309443649" sldId="527"/>
        </pc:sldMkLst>
      </pc:sldChg>
      <pc:sldChg chg="del">
        <pc:chgData name="Maarten Marsman" userId="90746270-d662-4e67-8cb8-dda2e7e1873d" providerId="ADAL" clId="{F3DD1DF5-7960-344E-A5D0-C69694D41554}" dt="2024-09-18T07:17:55.943" v="459" actId="2696"/>
        <pc:sldMkLst>
          <pc:docMk/>
          <pc:sldMk cId="1924838489" sldId="540"/>
        </pc:sldMkLst>
      </pc:sldChg>
      <pc:sldChg chg="del">
        <pc:chgData name="Maarten Marsman" userId="90746270-d662-4e67-8cb8-dda2e7e1873d" providerId="ADAL" clId="{F3DD1DF5-7960-344E-A5D0-C69694D41554}" dt="2024-09-18T07:17:55.810" v="437" actId="2696"/>
        <pc:sldMkLst>
          <pc:docMk/>
          <pc:sldMk cId="1319979714" sldId="543"/>
        </pc:sldMkLst>
      </pc:sldChg>
      <pc:sldChg chg="del">
        <pc:chgData name="Maarten Marsman" userId="90746270-d662-4e67-8cb8-dda2e7e1873d" providerId="ADAL" clId="{F3DD1DF5-7960-344E-A5D0-C69694D41554}" dt="2024-09-18T07:17:55.904" v="451" actId="2696"/>
        <pc:sldMkLst>
          <pc:docMk/>
          <pc:sldMk cId="2473022548" sldId="547"/>
        </pc:sldMkLst>
      </pc:sldChg>
      <pc:sldChg chg="del">
        <pc:chgData name="Maarten Marsman" userId="90746270-d662-4e67-8cb8-dda2e7e1873d" providerId="ADAL" clId="{F3DD1DF5-7960-344E-A5D0-C69694D41554}" dt="2024-09-18T07:17:55.720" v="421" actId="2696"/>
        <pc:sldMkLst>
          <pc:docMk/>
          <pc:sldMk cId="2547439645" sldId="549"/>
        </pc:sldMkLst>
      </pc:sldChg>
      <pc:sldChg chg="del">
        <pc:chgData name="Maarten Marsman" userId="90746270-d662-4e67-8cb8-dda2e7e1873d" providerId="ADAL" clId="{F3DD1DF5-7960-344E-A5D0-C69694D41554}" dt="2024-09-18T07:17:55.761" v="428" actId="2696"/>
        <pc:sldMkLst>
          <pc:docMk/>
          <pc:sldMk cId="591887435" sldId="550"/>
        </pc:sldMkLst>
      </pc:sldChg>
      <pc:sldChg chg="del">
        <pc:chgData name="Maarten Marsman" userId="90746270-d662-4e67-8cb8-dda2e7e1873d" providerId="ADAL" clId="{F3DD1DF5-7960-344E-A5D0-C69694D41554}" dt="2024-09-18T07:17:55.853" v="443" actId="2696"/>
        <pc:sldMkLst>
          <pc:docMk/>
          <pc:sldMk cId="3808216201" sldId="551"/>
        </pc:sldMkLst>
      </pc:sldChg>
      <pc:sldChg chg="del">
        <pc:chgData name="Maarten Marsman" userId="90746270-d662-4e67-8cb8-dda2e7e1873d" providerId="ADAL" clId="{F3DD1DF5-7960-344E-A5D0-C69694D41554}" dt="2024-09-18T07:17:56.091" v="483" actId="2696"/>
        <pc:sldMkLst>
          <pc:docMk/>
          <pc:sldMk cId="1406940093" sldId="552"/>
        </pc:sldMkLst>
      </pc:sldChg>
      <pc:sldChg chg="del">
        <pc:chgData name="Maarten Marsman" userId="90746270-d662-4e67-8cb8-dda2e7e1873d" providerId="ADAL" clId="{F3DD1DF5-7960-344E-A5D0-C69694D41554}" dt="2024-09-18T07:17:55.861" v="445" actId="2696"/>
        <pc:sldMkLst>
          <pc:docMk/>
          <pc:sldMk cId="1134378298" sldId="553"/>
        </pc:sldMkLst>
      </pc:sldChg>
      <pc:sldChg chg="del">
        <pc:chgData name="Maarten Marsman" userId="90746270-d662-4e67-8cb8-dda2e7e1873d" providerId="ADAL" clId="{F3DD1DF5-7960-344E-A5D0-C69694D41554}" dt="2024-09-18T07:17:55.970" v="462" actId="2696"/>
        <pc:sldMkLst>
          <pc:docMk/>
          <pc:sldMk cId="4242534924" sldId="555"/>
        </pc:sldMkLst>
      </pc:sldChg>
      <pc:sldChg chg="del">
        <pc:chgData name="Maarten Marsman" userId="90746270-d662-4e67-8cb8-dda2e7e1873d" providerId="ADAL" clId="{F3DD1DF5-7960-344E-A5D0-C69694D41554}" dt="2024-09-18T07:17:55.804" v="436" actId="2696"/>
        <pc:sldMkLst>
          <pc:docMk/>
          <pc:sldMk cId="3372177129" sldId="556"/>
        </pc:sldMkLst>
      </pc:sldChg>
      <pc:sldChg chg="del">
        <pc:chgData name="Maarten Marsman" userId="90746270-d662-4e67-8cb8-dda2e7e1873d" providerId="ADAL" clId="{F3DD1DF5-7960-344E-A5D0-C69694D41554}" dt="2024-09-18T07:17:55.798" v="435" actId="2696"/>
        <pc:sldMkLst>
          <pc:docMk/>
          <pc:sldMk cId="3099780524" sldId="557"/>
        </pc:sldMkLst>
      </pc:sldChg>
      <pc:sldChg chg="del">
        <pc:chgData name="Maarten Marsman" userId="90746270-d662-4e67-8cb8-dda2e7e1873d" providerId="ADAL" clId="{F3DD1DF5-7960-344E-A5D0-C69694D41554}" dt="2024-09-18T07:17:55.845" v="442" actId="2696"/>
        <pc:sldMkLst>
          <pc:docMk/>
          <pc:sldMk cId="1130808693" sldId="567"/>
        </pc:sldMkLst>
      </pc:sldChg>
      <pc:sldChg chg="del">
        <pc:chgData name="Maarten Marsman" userId="90746270-d662-4e67-8cb8-dda2e7e1873d" providerId="ADAL" clId="{F3DD1DF5-7960-344E-A5D0-C69694D41554}" dt="2024-09-18T07:17:55.773" v="429" actId="2696"/>
        <pc:sldMkLst>
          <pc:docMk/>
          <pc:sldMk cId="881579075" sldId="568"/>
        </pc:sldMkLst>
      </pc:sldChg>
      <pc:sldChg chg="del">
        <pc:chgData name="Maarten Marsman" userId="90746270-d662-4e67-8cb8-dda2e7e1873d" providerId="ADAL" clId="{F3DD1DF5-7960-344E-A5D0-C69694D41554}" dt="2024-09-18T07:17:55.878" v="448" actId="2696"/>
        <pc:sldMkLst>
          <pc:docMk/>
          <pc:sldMk cId="2897562989" sldId="569"/>
        </pc:sldMkLst>
      </pc:sldChg>
      <pc:sldChg chg="del">
        <pc:chgData name="Maarten Marsman" userId="90746270-d662-4e67-8cb8-dda2e7e1873d" providerId="ADAL" clId="{F3DD1DF5-7960-344E-A5D0-C69694D41554}" dt="2024-09-18T07:17:56.125" v="486" actId="2696"/>
        <pc:sldMkLst>
          <pc:docMk/>
          <pc:sldMk cId="2136109644" sldId="572"/>
        </pc:sldMkLst>
      </pc:sldChg>
      <pc:sldChg chg="del">
        <pc:chgData name="Maarten Marsman" userId="90746270-d662-4e67-8cb8-dda2e7e1873d" providerId="ADAL" clId="{F3DD1DF5-7960-344E-A5D0-C69694D41554}" dt="2024-09-18T07:17:56.039" v="475" actId="2696"/>
        <pc:sldMkLst>
          <pc:docMk/>
          <pc:sldMk cId="636079903" sldId="573"/>
        </pc:sldMkLst>
      </pc:sldChg>
      <pc:sldChg chg="del">
        <pc:chgData name="Maarten Marsman" userId="90746270-d662-4e67-8cb8-dda2e7e1873d" providerId="ADAL" clId="{F3DD1DF5-7960-344E-A5D0-C69694D41554}" dt="2024-09-18T07:17:56.082" v="482" actId="2696"/>
        <pc:sldMkLst>
          <pc:docMk/>
          <pc:sldMk cId="1536288600" sldId="574"/>
        </pc:sldMkLst>
      </pc:sldChg>
      <pc:sldChg chg="del">
        <pc:chgData name="Maarten Marsman" userId="90746270-d662-4e67-8cb8-dda2e7e1873d" providerId="ADAL" clId="{F3DD1DF5-7960-344E-A5D0-C69694D41554}" dt="2024-09-18T07:17:56.007" v="471" actId="2696"/>
        <pc:sldMkLst>
          <pc:docMk/>
          <pc:sldMk cId="3984835315" sldId="575"/>
        </pc:sldMkLst>
      </pc:sldChg>
      <pc:sldChg chg="del">
        <pc:chgData name="Maarten Marsman" userId="90746270-d662-4e67-8cb8-dda2e7e1873d" providerId="ADAL" clId="{F3DD1DF5-7960-344E-A5D0-C69694D41554}" dt="2024-09-18T07:17:56.068" v="477" actId="2696"/>
        <pc:sldMkLst>
          <pc:docMk/>
          <pc:sldMk cId="1371227258" sldId="576"/>
        </pc:sldMkLst>
      </pc:sldChg>
      <pc:sldChg chg="del">
        <pc:chgData name="Maarten Marsman" userId="90746270-d662-4e67-8cb8-dda2e7e1873d" providerId="ADAL" clId="{F3DD1DF5-7960-344E-A5D0-C69694D41554}" dt="2024-09-18T07:17:55.833" v="441" actId="2696"/>
        <pc:sldMkLst>
          <pc:docMk/>
          <pc:sldMk cId="1077737145" sldId="585"/>
        </pc:sldMkLst>
      </pc:sldChg>
      <pc:sldChg chg="del">
        <pc:chgData name="Maarten Marsman" userId="90746270-d662-4e67-8cb8-dda2e7e1873d" providerId="ADAL" clId="{F3DD1DF5-7960-344E-A5D0-C69694D41554}" dt="2024-09-18T07:17:55.777" v="430" actId="2696"/>
        <pc:sldMkLst>
          <pc:docMk/>
          <pc:sldMk cId="784225570" sldId="586"/>
        </pc:sldMkLst>
      </pc:sldChg>
      <pc:sldChg chg="del">
        <pc:chgData name="Maarten Marsman" userId="90746270-d662-4e67-8cb8-dda2e7e1873d" providerId="ADAL" clId="{F3DD1DF5-7960-344E-A5D0-C69694D41554}" dt="2024-09-18T07:17:55.999" v="470" actId="2696"/>
        <pc:sldMkLst>
          <pc:docMk/>
          <pc:sldMk cId="126670459" sldId="587"/>
        </pc:sldMkLst>
      </pc:sldChg>
      <pc:sldChg chg="del">
        <pc:chgData name="Maarten Marsman" userId="90746270-d662-4e67-8cb8-dda2e7e1873d" providerId="ADAL" clId="{F3DD1DF5-7960-344E-A5D0-C69694D41554}" dt="2024-09-18T07:17:55.915" v="453" actId="2696"/>
        <pc:sldMkLst>
          <pc:docMk/>
          <pc:sldMk cId="1937851025" sldId="588"/>
        </pc:sldMkLst>
      </pc:sldChg>
      <pc:sldChg chg="del">
        <pc:chgData name="Maarten Marsman" userId="90746270-d662-4e67-8cb8-dda2e7e1873d" providerId="ADAL" clId="{F3DD1DF5-7960-344E-A5D0-C69694D41554}" dt="2024-09-18T07:17:56.017" v="473" actId="2696"/>
        <pc:sldMkLst>
          <pc:docMk/>
          <pc:sldMk cId="917566040" sldId="589"/>
        </pc:sldMkLst>
      </pc:sldChg>
      <pc:sldChg chg="del">
        <pc:chgData name="Maarten Marsman" userId="90746270-d662-4e67-8cb8-dda2e7e1873d" providerId="ADAL" clId="{F3DD1DF5-7960-344E-A5D0-C69694D41554}" dt="2024-09-18T07:17:55.752" v="427" actId="2696"/>
        <pc:sldMkLst>
          <pc:docMk/>
          <pc:sldMk cId="2960375731" sldId="591"/>
        </pc:sldMkLst>
      </pc:sldChg>
      <pc:sldChg chg="del">
        <pc:chgData name="Maarten Marsman" userId="90746270-d662-4e67-8cb8-dda2e7e1873d" providerId="ADAL" clId="{F3DD1DF5-7960-344E-A5D0-C69694D41554}" dt="2024-09-18T07:17:55.796" v="434" actId="2696"/>
        <pc:sldMkLst>
          <pc:docMk/>
          <pc:sldMk cId="940778537" sldId="593"/>
        </pc:sldMkLst>
      </pc:sldChg>
      <pc:sldChg chg="del">
        <pc:chgData name="Maarten Marsman" userId="90746270-d662-4e67-8cb8-dda2e7e1873d" providerId="ADAL" clId="{F3DD1DF5-7960-344E-A5D0-C69694D41554}" dt="2024-09-18T07:17:56.104" v="484" actId="2696"/>
        <pc:sldMkLst>
          <pc:docMk/>
          <pc:sldMk cId="3744672354" sldId="595"/>
        </pc:sldMkLst>
      </pc:sldChg>
      <pc:sldChg chg="del">
        <pc:chgData name="Maarten Marsman" userId="90746270-d662-4e67-8cb8-dda2e7e1873d" providerId="ADAL" clId="{F3DD1DF5-7960-344E-A5D0-C69694D41554}" dt="2024-09-18T07:17:55.734" v="423" actId="2696"/>
        <pc:sldMkLst>
          <pc:docMk/>
          <pc:sldMk cId="2349566182" sldId="596"/>
        </pc:sldMkLst>
      </pc:sldChg>
      <pc:sldChg chg="del">
        <pc:chgData name="Maarten Marsman" userId="90746270-d662-4e67-8cb8-dda2e7e1873d" providerId="ADAL" clId="{F3DD1DF5-7960-344E-A5D0-C69694D41554}" dt="2024-09-18T07:17:55.971" v="463" actId="2696"/>
        <pc:sldMkLst>
          <pc:docMk/>
          <pc:sldMk cId="3054723186" sldId="597"/>
        </pc:sldMkLst>
      </pc:sldChg>
      <pc:sldChg chg="del">
        <pc:chgData name="Maarten Marsman" userId="90746270-d662-4e67-8cb8-dda2e7e1873d" providerId="ADAL" clId="{F3DD1DF5-7960-344E-A5D0-C69694D41554}" dt="2024-09-18T07:17:55.941" v="458" actId="2696"/>
        <pc:sldMkLst>
          <pc:docMk/>
          <pc:sldMk cId="1139347469" sldId="599"/>
        </pc:sldMkLst>
      </pc:sldChg>
      <pc:sldChg chg="del">
        <pc:chgData name="Maarten Marsman" userId="90746270-d662-4e67-8cb8-dda2e7e1873d" providerId="ADAL" clId="{F3DD1DF5-7960-344E-A5D0-C69694D41554}" dt="2024-09-18T07:17:55.739" v="425" actId="2696"/>
        <pc:sldMkLst>
          <pc:docMk/>
          <pc:sldMk cId="2695698066" sldId="600"/>
        </pc:sldMkLst>
      </pc:sldChg>
      <pc:sldChg chg="del">
        <pc:chgData name="Maarten Marsman" userId="90746270-d662-4e67-8cb8-dda2e7e1873d" providerId="ADAL" clId="{F3DD1DF5-7960-344E-A5D0-C69694D41554}" dt="2024-09-18T07:17:56.105" v="485" actId="2696"/>
        <pc:sldMkLst>
          <pc:docMk/>
          <pc:sldMk cId="2939556472" sldId="601"/>
        </pc:sldMkLst>
      </pc:sldChg>
      <pc:sldChg chg="del">
        <pc:chgData name="Maarten Marsman" userId="90746270-d662-4e67-8cb8-dda2e7e1873d" providerId="ADAL" clId="{F3DD1DF5-7960-344E-A5D0-C69694D41554}" dt="2024-09-18T07:17:55.699" v="417" actId="2696"/>
        <pc:sldMkLst>
          <pc:docMk/>
          <pc:sldMk cId="3681100513" sldId="604"/>
        </pc:sldMkLst>
      </pc:sldChg>
      <pc:sldChg chg="del">
        <pc:chgData name="Maarten Marsman" userId="90746270-d662-4e67-8cb8-dda2e7e1873d" providerId="ADAL" clId="{F3DD1DF5-7960-344E-A5D0-C69694D41554}" dt="2024-09-18T07:17:55.669" v="414" actId="2696"/>
        <pc:sldMkLst>
          <pc:docMk/>
          <pc:sldMk cId="3171295389" sldId="631"/>
        </pc:sldMkLst>
      </pc:sldChg>
      <pc:sldChg chg="del">
        <pc:chgData name="Maarten Marsman" userId="90746270-d662-4e67-8cb8-dda2e7e1873d" providerId="ADAL" clId="{F3DD1DF5-7960-344E-A5D0-C69694D41554}" dt="2024-09-18T07:17:55.660" v="413" actId="2696"/>
        <pc:sldMkLst>
          <pc:docMk/>
          <pc:sldMk cId="3534091736" sldId="632"/>
        </pc:sldMkLst>
      </pc:sldChg>
      <pc:sldChg chg="del">
        <pc:chgData name="Maarten Marsman" userId="90746270-d662-4e67-8cb8-dda2e7e1873d" providerId="ADAL" clId="{F3DD1DF5-7960-344E-A5D0-C69694D41554}" dt="2024-09-18T07:17:55.724" v="422" actId="2696"/>
        <pc:sldMkLst>
          <pc:docMk/>
          <pc:sldMk cId="2193704359" sldId="633"/>
        </pc:sldMkLst>
      </pc:sldChg>
      <pc:sldChg chg="del">
        <pc:chgData name="Maarten Marsman" userId="90746270-d662-4e67-8cb8-dda2e7e1873d" providerId="ADAL" clId="{F3DD1DF5-7960-344E-A5D0-C69694D41554}" dt="2024-09-18T07:17:55.708" v="419" actId="2696"/>
        <pc:sldMkLst>
          <pc:docMk/>
          <pc:sldMk cId="2404461004" sldId="634"/>
        </pc:sldMkLst>
      </pc:sldChg>
      <pc:sldChg chg="del">
        <pc:chgData name="Maarten Marsman" userId="90746270-d662-4e67-8cb8-dda2e7e1873d" providerId="ADAL" clId="{F3DD1DF5-7960-344E-A5D0-C69694D41554}" dt="2024-09-18T07:17:55.679" v="415" actId="2696"/>
        <pc:sldMkLst>
          <pc:docMk/>
          <pc:sldMk cId="2224639766" sldId="635"/>
        </pc:sldMkLst>
      </pc:sldChg>
      <pc:sldChg chg="del">
        <pc:chgData name="Maarten Marsman" userId="90746270-d662-4e67-8cb8-dda2e7e1873d" providerId="ADAL" clId="{F3DD1DF5-7960-344E-A5D0-C69694D41554}" dt="2024-09-18T07:17:55.865" v="446" actId="2696"/>
        <pc:sldMkLst>
          <pc:docMk/>
          <pc:sldMk cId="1887200003" sldId="636"/>
        </pc:sldMkLst>
      </pc:sldChg>
      <pc:sldChg chg="del">
        <pc:chgData name="Maarten Marsman" userId="90746270-d662-4e67-8cb8-dda2e7e1873d" providerId="ADAL" clId="{F3DD1DF5-7960-344E-A5D0-C69694D41554}" dt="2024-09-18T07:17:55.812" v="438" actId="2696"/>
        <pc:sldMkLst>
          <pc:docMk/>
          <pc:sldMk cId="3933870196" sldId="637"/>
        </pc:sldMkLst>
      </pc:sldChg>
      <pc:sldChg chg="del">
        <pc:chgData name="Maarten Marsman" userId="90746270-d662-4e67-8cb8-dda2e7e1873d" providerId="ADAL" clId="{F3DD1DF5-7960-344E-A5D0-C69694D41554}" dt="2024-09-18T07:17:55.922" v="455" actId="2696"/>
        <pc:sldMkLst>
          <pc:docMk/>
          <pc:sldMk cId="101263877" sldId="639"/>
        </pc:sldMkLst>
      </pc:sldChg>
      <pc:sldChg chg="del">
        <pc:chgData name="Maarten Marsman" userId="90746270-d662-4e67-8cb8-dda2e7e1873d" providerId="ADAL" clId="{F3DD1DF5-7960-344E-A5D0-C69694D41554}" dt="2024-09-18T07:17:55.986" v="466" actId="2696"/>
        <pc:sldMkLst>
          <pc:docMk/>
          <pc:sldMk cId="4256329936" sldId="640"/>
        </pc:sldMkLst>
      </pc:sldChg>
      <pc:sldChg chg="del">
        <pc:chgData name="Maarten Marsman" userId="90746270-d662-4e67-8cb8-dda2e7e1873d" providerId="ADAL" clId="{F3DD1DF5-7960-344E-A5D0-C69694D41554}" dt="2024-09-18T07:17:55.780" v="431" actId="2696"/>
        <pc:sldMkLst>
          <pc:docMk/>
          <pc:sldMk cId="146405433" sldId="641"/>
        </pc:sldMkLst>
      </pc:sldChg>
      <pc:sldChg chg="del">
        <pc:chgData name="Maarten Marsman" userId="90746270-d662-4e67-8cb8-dda2e7e1873d" providerId="ADAL" clId="{F3DD1DF5-7960-344E-A5D0-C69694D41554}" dt="2024-09-18T07:17:55.996" v="469" actId="2696"/>
        <pc:sldMkLst>
          <pc:docMk/>
          <pc:sldMk cId="2620775024" sldId="642"/>
        </pc:sldMkLst>
      </pc:sldChg>
      <pc:sldChg chg="del">
        <pc:chgData name="Maarten Marsman" userId="90746270-d662-4e67-8cb8-dda2e7e1873d" providerId="ADAL" clId="{F3DD1DF5-7960-344E-A5D0-C69694D41554}" dt="2024-09-18T07:17:55.702" v="418" actId="2696"/>
        <pc:sldMkLst>
          <pc:docMk/>
          <pc:sldMk cId="826591231" sldId="643"/>
        </pc:sldMkLst>
      </pc:sldChg>
      <pc:sldChg chg="del">
        <pc:chgData name="Maarten Marsman" userId="90746270-d662-4e67-8cb8-dda2e7e1873d" providerId="ADAL" clId="{F3DD1DF5-7960-344E-A5D0-C69694D41554}" dt="2024-09-18T07:17:56.073" v="481" actId="2696"/>
        <pc:sldMkLst>
          <pc:docMk/>
          <pc:sldMk cId="1222084776" sldId="644"/>
        </pc:sldMkLst>
      </pc:sldChg>
      <pc:sldChg chg="del">
        <pc:chgData name="Maarten Marsman" userId="90746270-d662-4e67-8cb8-dda2e7e1873d" providerId="ADAL" clId="{F3DD1DF5-7960-344E-A5D0-C69694D41554}" dt="2024-09-18T07:17:55.782" v="432" actId="2696"/>
        <pc:sldMkLst>
          <pc:docMk/>
          <pc:sldMk cId="168228141" sldId="645"/>
        </pc:sldMkLst>
      </pc:sldChg>
      <pc:sldChg chg="del">
        <pc:chgData name="Maarten Marsman" userId="90746270-d662-4e67-8cb8-dda2e7e1873d" providerId="ADAL" clId="{F3DD1DF5-7960-344E-A5D0-C69694D41554}" dt="2024-09-18T07:17:55.737" v="424" actId="2696"/>
        <pc:sldMkLst>
          <pc:docMk/>
          <pc:sldMk cId="1140446613" sldId="646"/>
        </pc:sldMkLst>
      </pc:sldChg>
      <pc:sldChg chg="del">
        <pc:chgData name="Maarten Marsman" userId="90746270-d662-4e67-8cb8-dda2e7e1873d" providerId="ADAL" clId="{F3DD1DF5-7960-344E-A5D0-C69694D41554}" dt="2024-09-18T07:17:55.711" v="420" actId="2696"/>
        <pc:sldMkLst>
          <pc:docMk/>
          <pc:sldMk cId="1101250371" sldId="647"/>
        </pc:sldMkLst>
      </pc:sldChg>
      <pc:sldChg chg="del">
        <pc:chgData name="Maarten Marsman" userId="90746270-d662-4e67-8cb8-dda2e7e1873d" providerId="ADAL" clId="{F3DD1DF5-7960-344E-A5D0-C69694D41554}" dt="2024-09-18T07:17:55.859" v="444" actId="2696"/>
        <pc:sldMkLst>
          <pc:docMk/>
          <pc:sldMk cId="2499741170" sldId="648"/>
        </pc:sldMkLst>
      </pc:sldChg>
      <pc:sldChg chg="del">
        <pc:chgData name="Maarten Marsman" userId="90746270-d662-4e67-8cb8-dda2e7e1873d" providerId="ADAL" clId="{F3DD1DF5-7960-344E-A5D0-C69694D41554}" dt="2024-09-18T07:17:55.899" v="450" actId="2696"/>
        <pc:sldMkLst>
          <pc:docMk/>
          <pc:sldMk cId="3491741107" sldId="649"/>
        </pc:sldMkLst>
      </pc:sldChg>
      <pc:sldChg chg="del">
        <pc:chgData name="Maarten Marsman" userId="90746270-d662-4e67-8cb8-dda2e7e1873d" providerId="ADAL" clId="{F3DD1DF5-7960-344E-A5D0-C69694D41554}" dt="2024-09-18T07:17:55.929" v="457" actId="2696"/>
        <pc:sldMkLst>
          <pc:docMk/>
          <pc:sldMk cId="2887093922" sldId="650"/>
        </pc:sldMkLst>
      </pc:sldChg>
      <pc:sldChg chg="del">
        <pc:chgData name="Maarten Marsman" userId="90746270-d662-4e67-8cb8-dda2e7e1873d" providerId="ADAL" clId="{F3DD1DF5-7960-344E-A5D0-C69694D41554}" dt="2024-09-18T07:17:55.783" v="433" actId="2696"/>
        <pc:sldMkLst>
          <pc:docMk/>
          <pc:sldMk cId="411051427" sldId="651"/>
        </pc:sldMkLst>
      </pc:sldChg>
      <pc:sldChg chg="del">
        <pc:chgData name="Maarten Marsman" userId="90746270-d662-4e67-8cb8-dda2e7e1873d" providerId="ADAL" clId="{F3DD1DF5-7960-344E-A5D0-C69694D41554}" dt="2024-09-18T07:17:55.867" v="447" actId="2696"/>
        <pc:sldMkLst>
          <pc:docMk/>
          <pc:sldMk cId="3141715330" sldId="652"/>
        </pc:sldMkLst>
      </pc:sldChg>
      <pc:sldChg chg="del">
        <pc:chgData name="Maarten Marsman" userId="90746270-d662-4e67-8cb8-dda2e7e1873d" providerId="ADAL" clId="{F3DD1DF5-7960-344E-A5D0-C69694D41554}" dt="2024-09-18T07:17:56.072" v="480" actId="2696"/>
        <pc:sldMkLst>
          <pc:docMk/>
          <pc:sldMk cId="1500063950" sldId="655"/>
        </pc:sldMkLst>
      </pc:sldChg>
      <pc:sldChg chg="del">
        <pc:chgData name="Maarten Marsman" userId="90746270-d662-4e67-8cb8-dda2e7e1873d" providerId="ADAL" clId="{F3DD1DF5-7960-344E-A5D0-C69694D41554}" dt="2024-09-18T07:17:56.071" v="479" actId="2696"/>
        <pc:sldMkLst>
          <pc:docMk/>
          <pc:sldMk cId="2989941557" sldId="656"/>
        </pc:sldMkLst>
      </pc:sldChg>
      <pc:sldChg chg="del">
        <pc:chgData name="Maarten Marsman" userId="90746270-d662-4e67-8cb8-dda2e7e1873d" providerId="ADAL" clId="{F3DD1DF5-7960-344E-A5D0-C69694D41554}" dt="2024-09-18T07:17:55.989" v="468" actId="2696"/>
        <pc:sldMkLst>
          <pc:docMk/>
          <pc:sldMk cId="2479066771" sldId="657"/>
        </pc:sldMkLst>
      </pc:sldChg>
      <pc:sldChg chg="del">
        <pc:chgData name="Maarten Marsman" userId="90746270-d662-4e67-8cb8-dda2e7e1873d" providerId="ADAL" clId="{F3DD1DF5-7960-344E-A5D0-C69694D41554}" dt="2024-09-18T07:17:55.906" v="452" actId="2696"/>
        <pc:sldMkLst>
          <pc:docMk/>
          <pc:sldMk cId="2842465638" sldId="658"/>
        </pc:sldMkLst>
      </pc:sldChg>
      <pc:sldChg chg="del">
        <pc:chgData name="Maarten Marsman" userId="90746270-d662-4e67-8cb8-dda2e7e1873d" providerId="ADAL" clId="{F3DD1DF5-7960-344E-A5D0-C69694D41554}" dt="2024-09-18T07:17:55.974" v="465" actId="2696"/>
        <pc:sldMkLst>
          <pc:docMk/>
          <pc:sldMk cId="3408638135" sldId="659"/>
        </pc:sldMkLst>
      </pc:sldChg>
      <pc:sldChg chg="modSp mod">
        <pc:chgData name="Maarten Marsman" userId="90746270-d662-4e67-8cb8-dda2e7e1873d" providerId="ADAL" clId="{F3DD1DF5-7960-344E-A5D0-C69694D41554}" dt="2024-09-18T07:05:11.617" v="29" actId="20577"/>
        <pc:sldMkLst>
          <pc:docMk/>
          <pc:sldMk cId="2877885043" sldId="668"/>
        </pc:sldMkLst>
      </pc:sldChg>
      <pc:sldChg chg="modSp mod">
        <pc:chgData name="Maarten Marsman" userId="90746270-d662-4e67-8cb8-dda2e7e1873d" providerId="ADAL" clId="{F3DD1DF5-7960-344E-A5D0-C69694D41554}" dt="2024-09-26T05:31:21.841" v="918" actId="1035"/>
        <pc:sldMkLst>
          <pc:docMk/>
          <pc:sldMk cId="3251293928" sldId="682"/>
        </pc:sldMkLst>
      </pc:sldChg>
      <pc:sldChg chg="addSp delSp modSp mod">
        <pc:chgData name="Maarten Marsman" userId="90746270-d662-4e67-8cb8-dda2e7e1873d" providerId="ADAL" clId="{F3DD1DF5-7960-344E-A5D0-C69694D41554}" dt="2024-09-18T07:34:24.813" v="685" actId="1076"/>
        <pc:sldMkLst>
          <pc:docMk/>
          <pc:sldMk cId="2631504336" sldId="685"/>
        </pc:sldMkLst>
      </pc:sldChg>
      <pc:sldChg chg="modSp add mod">
        <pc:chgData name="Maarten Marsman" userId="90746270-d662-4e67-8cb8-dda2e7e1873d" providerId="ADAL" clId="{F3DD1DF5-7960-344E-A5D0-C69694D41554}" dt="2024-09-18T07:25:12.569" v="668" actId="207"/>
        <pc:sldMkLst>
          <pc:docMk/>
          <pc:sldMk cId="1056493184" sldId="686"/>
        </pc:sldMkLst>
      </pc:sldChg>
      <pc:sldChg chg="addSp delSp modSp add mod">
        <pc:chgData name="Maarten Marsman" userId="90746270-d662-4e67-8cb8-dda2e7e1873d" providerId="ADAL" clId="{F3DD1DF5-7960-344E-A5D0-C69694D41554}" dt="2024-09-18T07:35:50.159" v="731" actId="21"/>
        <pc:sldMkLst>
          <pc:docMk/>
          <pc:sldMk cId="2278993895" sldId="687"/>
        </pc:sldMkLst>
      </pc:sldChg>
      <pc:sldChg chg="add">
        <pc:chgData name="Maarten Marsman" userId="90746270-d662-4e67-8cb8-dda2e7e1873d" providerId="ADAL" clId="{F3DD1DF5-7960-344E-A5D0-C69694D41554}" dt="2024-09-18T07:17:12.685" v="412"/>
        <pc:sldMkLst>
          <pc:docMk/>
          <pc:sldMk cId="3058393938" sldId="688"/>
        </pc:sldMkLst>
      </pc:sldChg>
      <pc:sldChg chg="add">
        <pc:chgData name="Maarten Marsman" userId="90746270-d662-4e67-8cb8-dda2e7e1873d" providerId="ADAL" clId="{F3DD1DF5-7960-344E-A5D0-C69694D41554}" dt="2024-09-18T07:17:12.685" v="412"/>
        <pc:sldMkLst>
          <pc:docMk/>
          <pc:sldMk cId="831039926" sldId="689"/>
        </pc:sldMkLst>
      </pc:sldChg>
      <pc:sldChg chg="add">
        <pc:chgData name="Maarten Marsman" userId="90746270-d662-4e67-8cb8-dda2e7e1873d" providerId="ADAL" clId="{F3DD1DF5-7960-344E-A5D0-C69694D41554}" dt="2024-09-18T07:17:12.685" v="412"/>
        <pc:sldMkLst>
          <pc:docMk/>
          <pc:sldMk cId="3490828605" sldId="690"/>
        </pc:sldMkLst>
      </pc:sldChg>
      <pc:sldChg chg="addSp modSp add mod">
        <pc:chgData name="Maarten Marsman" userId="90746270-d662-4e67-8cb8-dda2e7e1873d" providerId="ADAL" clId="{F3DD1DF5-7960-344E-A5D0-C69694D41554}" dt="2024-09-18T07:37:21.078" v="746" actId="692"/>
        <pc:sldMkLst>
          <pc:docMk/>
          <pc:sldMk cId="1407569737" sldId="691"/>
        </pc:sldMkLst>
      </pc:sldChg>
      <pc:sldChg chg="addSp delSp modSp add mod">
        <pc:chgData name="Maarten Marsman" userId="90746270-d662-4e67-8cb8-dda2e7e1873d" providerId="ADAL" clId="{F3DD1DF5-7960-344E-A5D0-C69694D41554}" dt="2024-09-18T07:40:04.029" v="866" actId="1076"/>
        <pc:sldMkLst>
          <pc:docMk/>
          <pc:sldMk cId="3627389784" sldId="692"/>
        </pc:sldMkLst>
      </pc:sldChg>
      <pc:sldChg chg="addSp delSp modSp add mod">
        <pc:chgData name="Maarten Marsman" userId="90746270-d662-4e67-8cb8-dda2e7e1873d" providerId="ADAL" clId="{F3DD1DF5-7960-344E-A5D0-C69694D41554}" dt="2024-09-18T08:20:27.054" v="905" actId="14100"/>
        <pc:sldMkLst>
          <pc:docMk/>
          <pc:sldMk cId="4267685300" sldId="693"/>
        </pc:sldMkLst>
      </pc:sldChg>
      <pc:sldChg chg="add del">
        <pc:chgData name="Maarten Marsman" userId="90746270-d662-4e67-8cb8-dda2e7e1873d" providerId="ADAL" clId="{F3DD1DF5-7960-344E-A5D0-C69694D41554}" dt="2024-09-26T05:36:23.767" v="921" actId="2696"/>
        <pc:sldMkLst>
          <pc:docMk/>
          <pc:sldMk cId="583390414" sldId="694"/>
        </pc:sldMkLst>
      </pc:sldChg>
      <pc:sldChg chg="addSp delSp modSp add mod">
        <pc:chgData name="Maarten Marsman" userId="90746270-d662-4e67-8cb8-dda2e7e1873d" providerId="ADAL" clId="{F3DD1DF5-7960-344E-A5D0-C69694D41554}" dt="2024-09-26T05:38:07.190" v="1118" actId="207"/>
        <pc:sldMkLst>
          <pc:docMk/>
          <pc:sldMk cId="3895076827" sldId="695"/>
        </pc:sldMkLst>
      </pc:sldChg>
    </pc:docChg>
  </pc:docChgLst>
  <pc:docChgLst>
    <pc:chgData name="Maarten Marsman" userId="90746270-d662-4e67-8cb8-dda2e7e1873d" providerId="ADAL" clId="{8C781862-5981-52E6-B3E6-C546C8719984}"/>
    <pc:docChg chg="undo custSel addSld delSld modSld sldOrd">
      <pc:chgData name="Maarten Marsman" userId="90746270-d662-4e67-8cb8-dda2e7e1873d" providerId="ADAL" clId="{8C781862-5981-52E6-B3E6-C546C8719984}" dt="2025-09-25T10:09:02.595" v="829" actId="123"/>
      <pc:docMkLst>
        <pc:docMk/>
      </pc:docMkLst>
      <pc:sldChg chg="del">
        <pc:chgData name="Maarten Marsman" userId="90746270-d662-4e67-8cb8-dda2e7e1873d" providerId="ADAL" clId="{8C781862-5981-52E6-B3E6-C546C8719984}" dt="2025-09-25T07:38:45.848" v="21" actId="2696"/>
        <pc:sldMkLst>
          <pc:docMk/>
          <pc:sldMk cId="1273181633" sldId="312"/>
        </pc:sldMkLst>
      </pc:sldChg>
      <pc:sldChg chg="addSp delSp modSp mod">
        <pc:chgData name="Maarten Marsman" userId="90746270-d662-4e67-8cb8-dda2e7e1873d" providerId="ADAL" clId="{8C781862-5981-52E6-B3E6-C546C8719984}" dt="2025-09-25T07:39:58.049" v="33"/>
        <pc:sldMkLst>
          <pc:docMk/>
          <pc:sldMk cId="1131232699" sldId="346"/>
        </pc:sldMkLst>
        <pc:spChg chg="mod">
          <ac:chgData name="Maarten Marsman" userId="90746270-d662-4e67-8cb8-dda2e7e1873d" providerId="ADAL" clId="{8C781862-5981-52E6-B3E6-C546C8719984}" dt="2025-09-25T07:39:27.789" v="31" actId="20577"/>
          <ac:spMkLst>
            <pc:docMk/>
            <pc:sldMk cId="1131232699" sldId="346"/>
            <ac:spMk id="6" creationId="{A127B32E-17D6-495D-2F9B-41D316BDE8CA}"/>
          </ac:spMkLst>
        </pc:spChg>
        <pc:grpChg chg="del">
          <ac:chgData name="Maarten Marsman" userId="90746270-d662-4e67-8cb8-dda2e7e1873d" providerId="ADAL" clId="{8C781862-5981-52E6-B3E6-C546C8719984}" dt="2025-09-25T07:39:57.179" v="32" actId="478"/>
          <ac:grpSpMkLst>
            <pc:docMk/>
            <pc:sldMk cId="1131232699" sldId="346"/>
            <ac:grpSpMk id="3" creationId="{A5D8F2D1-C666-AB53-C953-A207FBF9AB8E}"/>
          </ac:grpSpMkLst>
        </pc:grpChg>
        <pc:picChg chg="add mod">
          <ac:chgData name="Maarten Marsman" userId="90746270-d662-4e67-8cb8-dda2e7e1873d" providerId="ADAL" clId="{8C781862-5981-52E6-B3E6-C546C8719984}" dt="2025-09-25T07:39:58.049" v="33"/>
          <ac:picMkLst>
            <pc:docMk/>
            <pc:sldMk cId="1131232699" sldId="346"/>
            <ac:picMk id="7" creationId="{B4061468-6CF1-5023-C33F-26E19D75C103}"/>
          </ac:picMkLst>
        </pc:picChg>
        <pc:picChg chg="add mod">
          <ac:chgData name="Maarten Marsman" userId="90746270-d662-4e67-8cb8-dda2e7e1873d" providerId="ADAL" clId="{8C781862-5981-52E6-B3E6-C546C8719984}" dt="2025-09-25T07:39:58.049" v="33"/>
          <ac:picMkLst>
            <pc:docMk/>
            <pc:sldMk cId="1131232699" sldId="346"/>
            <ac:picMk id="9" creationId="{C2AF30E2-FEB3-CBB8-A78B-D936E61F5A5A}"/>
          </ac:picMkLst>
        </pc:picChg>
        <pc:picChg chg="del">
          <ac:chgData name="Maarten Marsman" userId="90746270-d662-4e67-8cb8-dda2e7e1873d" providerId="ADAL" clId="{8C781862-5981-52E6-B3E6-C546C8719984}" dt="2025-09-25T07:39:57.179" v="32" actId="478"/>
          <ac:picMkLst>
            <pc:docMk/>
            <pc:sldMk cId="1131232699" sldId="346"/>
            <ac:picMk id="12" creationId="{F70A416E-661D-992A-64FF-F2F9E77D462E}"/>
          </ac:picMkLst>
        </pc:picChg>
        <pc:picChg chg="add mod">
          <ac:chgData name="Maarten Marsman" userId="90746270-d662-4e67-8cb8-dda2e7e1873d" providerId="ADAL" clId="{8C781862-5981-52E6-B3E6-C546C8719984}" dt="2025-09-25T07:39:58.049" v="33"/>
          <ac:picMkLst>
            <pc:docMk/>
            <pc:sldMk cId="1131232699" sldId="346"/>
            <ac:picMk id="13" creationId="{6247B3E7-2411-1E1D-F5BF-E37FCFD8A396}"/>
          </ac:picMkLst>
        </pc:picChg>
        <pc:picChg chg="add mod">
          <ac:chgData name="Maarten Marsman" userId="90746270-d662-4e67-8cb8-dda2e7e1873d" providerId="ADAL" clId="{8C781862-5981-52E6-B3E6-C546C8719984}" dt="2025-09-25T07:39:58.049" v="33"/>
          <ac:picMkLst>
            <pc:docMk/>
            <pc:sldMk cId="1131232699" sldId="346"/>
            <ac:picMk id="14" creationId="{C6F94327-6982-570E-76BE-38E459300BA7}"/>
          </ac:picMkLst>
        </pc:picChg>
        <pc:picChg chg="add mod">
          <ac:chgData name="Maarten Marsman" userId="90746270-d662-4e67-8cb8-dda2e7e1873d" providerId="ADAL" clId="{8C781862-5981-52E6-B3E6-C546C8719984}" dt="2025-09-25T07:39:58.049" v="33"/>
          <ac:picMkLst>
            <pc:docMk/>
            <pc:sldMk cId="1131232699" sldId="346"/>
            <ac:picMk id="15" creationId="{392ECC53-75A2-5595-847E-BEFA383DB090}"/>
          </ac:picMkLst>
        </pc:picChg>
        <pc:picChg chg="add mod">
          <ac:chgData name="Maarten Marsman" userId="90746270-d662-4e67-8cb8-dda2e7e1873d" providerId="ADAL" clId="{8C781862-5981-52E6-B3E6-C546C8719984}" dt="2025-09-25T07:39:58.049" v="33"/>
          <ac:picMkLst>
            <pc:docMk/>
            <pc:sldMk cId="1131232699" sldId="346"/>
            <ac:picMk id="16" creationId="{4A8C5DD8-795F-7280-422F-244E195F568D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07:39:00.254" v="24" actId="478"/>
        <pc:sldMkLst>
          <pc:docMk/>
          <pc:sldMk cId="3241801107" sldId="660"/>
        </pc:sldMkLst>
        <pc:spChg chg="del">
          <ac:chgData name="Maarten Marsman" userId="90746270-d662-4e67-8cb8-dda2e7e1873d" providerId="ADAL" clId="{8C781862-5981-52E6-B3E6-C546C8719984}" dt="2025-09-25T07:38:00.785" v="12" actId="478"/>
          <ac:spMkLst>
            <pc:docMk/>
            <pc:sldMk cId="3241801107" sldId="660"/>
            <ac:spMk id="8" creationId="{A6CE2D8E-62B0-D3E5-2ADA-EA100201CA1E}"/>
          </ac:spMkLst>
        </pc:spChg>
        <pc:spChg chg="mod">
          <ac:chgData name="Maarten Marsman" userId="90746270-d662-4e67-8cb8-dda2e7e1873d" providerId="ADAL" clId="{8C781862-5981-52E6-B3E6-C546C8719984}" dt="2025-09-25T07:37:56.943" v="11" actId="20577"/>
          <ac:spMkLst>
            <pc:docMk/>
            <pc:sldMk cId="3241801107" sldId="660"/>
            <ac:spMk id="11" creationId="{3FAA4AEB-BF05-FDA3-9E6D-951F44C4066C}"/>
          </ac:spMkLst>
        </pc:spChg>
        <pc:grpChg chg="del mod">
          <ac:chgData name="Maarten Marsman" userId="90746270-d662-4e67-8cb8-dda2e7e1873d" providerId="ADAL" clId="{8C781862-5981-52E6-B3E6-C546C8719984}" dt="2025-09-25T07:39:00.254" v="24" actId="478"/>
          <ac:grpSpMkLst>
            <pc:docMk/>
            <pc:sldMk cId="3241801107" sldId="660"/>
            <ac:grpSpMk id="3" creationId="{0A6EE578-184A-BEA9-6F0E-03CB6B91810E}"/>
          </ac:grpSpMkLst>
        </pc:grpChg>
        <pc:grpChg chg="add del mod">
          <ac:chgData name="Maarten Marsman" userId="90746270-d662-4e67-8cb8-dda2e7e1873d" providerId="ADAL" clId="{8C781862-5981-52E6-B3E6-C546C8719984}" dt="2025-09-25T07:38:58.417" v="23" actId="478"/>
          <ac:grpSpMkLst>
            <pc:docMk/>
            <pc:sldMk cId="3241801107" sldId="660"/>
            <ac:grpSpMk id="6" creationId="{0CFBC920-674F-76DF-FCF3-6E2A0108D2E0}"/>
          </ac:grpSpMkLst>
        </pc:grpChg>
        <pc:grpChg chg="mod">
          <ac:chgData name="Maarten Marsman" userId="90746270-d662-4e67-8cb8-dda2e7e1873d" providerId="ADAL" clId="{8C781862-5981-52E6-B3E6-C546C8719984}" dt="2025-09-25T07:38:37.883" v="20" actId="1076"/>
          <ac:grpSpMkLst>
            <pc:docMk/>
            <pc:sldMk cId="3241801107" sldId="660"/>
            <ac:grpSpMk id="15" creationId="{E3EA2FEB-1589-E0FC-D473-3E15B6E0E892}"/>
          </ac:grpSpMkLst>
        </pc:grpChg>
        <pc:grpChg chg="mod">
          <ac:chgData name="Maarten Marsman" userId="90746270-d662-4e67-8cb8-dda2e7e1873d" providerId="ADAL" clId="{8C781862-5981-52E6-B3E6-C546C8719984}" dt="2025-09-25T07:38:10.808" v="14" actId="1076"/>
          <ac:grpSpMkLst>
            <pc:docMk/>
            <pc:sldMk cId="3241801107" sldId="660"/>
            <ac:grpSpMk id="19" creationId="{02C07555-95AA-4358-7BDA-E8240E6CF583}"/>
          </ac:grpSpMkLst>
        </pc:grpChg>
        <pc:grpChg chg="del">
          <ac:chgData name="Maarten Marsman" userId="90746270-d662-4e67-8cb8-dda2e7e1873d" providerId="ADAL" clId="{8C781862-5981-52E6-B3E6-C546C8719984}" dt="2025-09-25T07:38:00.785" v="12" actId="478"/>
          <ac:grpSpMkLst>
            <pc:docMk/>
            <pc:sldMk cId="3241801107" sldId="660"/>
            <ac:grpSpMk id="20" creationId="{C2650640-A1C0-382F-7ED0-9F3EAC5AE002}"/>
          </ac:grpSpMkLst>
        </pc:grpChg>
        <pc:grpChg chg="mod">
          <ac:chgData name="Maarten Marsman" userId="90746270-d662-4e67-8cb8-dda2e7e1873d" providerId="ADAL" clId="{8C781862-5981-52E6-B3E6-C546C8719984}" dt="2025-09-25T07:38:10.808" v="14" actId="1076"/>
          <ac:grpSpMkLst>
            <pc:docMk/>
            <pc:sldMk cId="3241801107" sldId="660"/>
            <ac:grpSpMk id="24" creationId="{E4AE5124-3681-6045-E171-A02897581A44}"/>
          </ac:grpSpMkLst>
        </pc:grpChg>
      </pc:sldChg>
      <pc:sldChg chg="del">
        <pc:chgData name="Maarten Marsman" userId="90746270-d662-4e67-8cb8-dda2e7e1873d" providerId="ADAL" clId="{8C781862-5981-52E6-B3E6-C546C8719984}" dt="2025-09-25T07:38:45.848" v="21" actId="2696"/>
        <pc:sldMkLst>
          <pc:docMk/>
          <pc:sldMk cId="2673408398" sldId="661"/>
        </pc:sldMkLst>
      </pc:sldChg>
      <pc:sldChg chg="del">
        <pc:chgData name="Maarten Marsman" userId="90746270-d662-4e67-8cb8-dda2e7e1873d" providerId="ADAL" clId="{8C781862-5981-52E6-B3E6-C546C8719984}" dt="2025-09-25T07:38:45.848" v="21" actId="2696"/>
        <pc:sldMkLst>
          <pc:docMk/>
          <pc:sldMk cId="1646790566" sldId="662"/>
        </pc:sldMkLst>
      </pc:sldChg>
      <pc:sldChg chg="del">
        <pc:chgData name="Maarten Marsman" userId="90746270-d662-4e67-8cb8-dda2e7e1873d" providerId="ADAL" clId="{8C781862-5981-52E6-B3E6-C546C8719984}" dt="2025-09-25T09:56:14.730" v="310" actId="2696"/>
        <pc:sldMkLst>
          <pc:docMk/>
          <pc:sldMk cId="1022096334" sldId="664"/>
        </pc:sldMkLst>
      </pc:sldChg>
      <pc:sldChg chg="modSp mod">
        <pc:chgData name="Maarten Marsman" userId="90746270-d662-4e67-8cb8-dda2e7e1873d" providerId="ADAL" clId="{8C781862-5981-52E6-B3E6-C546C8719984}" dt="2025-09-25T10:08:10.340" v="804" actId="20577"/>
        <pc:sldMkLst>
          <pc:docMk/>
          <pc:sldMk cId="1083367708" sldId="667"/>
        </pc:sldMkLst>
        <pc:spChg chg="mod">
          <ac:chgData name="Maarten Marsman" userId="90746270-d662-4e67-8cb8-dda2e7e1873d" providerId="ADAL" clId="{8C781862-5981-52E6-B3E6-C546C8719984}" dt="2025-09-25T10:08:10.340" v="804" actId="20577"/>
          <ac:spMkLst>
            <pc:docMk/>
            <pc:sldMk cId="1083367708" sldId="667"/>
            <ac:spMk id="3" creationId="{43EAB470-1CBE-068E-8628-2E97416E9F28}"/>
          </ac:spMkLst>
        </pc:spChg>
      </pc:sldChg>
      <pc:sldChg chg="del">
        <pc:chgData name="Maarten Marsman" userId="90746270-d662-4e67-8cb8-dda2e7e1873d" providerId="ADAL" clId="{8C781862-5981-52E6-B3E6-C546C8719984}" dt="2025-09-25T09:56:14.744" v="311" actId="2696"/>
        <pc:sldMkLst>
          <pc:docMk/>
          <pc:sldMk cId="2877885043" sldId="668"/>
        </pc:sldMkLst>
      </pc:sldChg>
      <pc:sldChg chg="del">
        <pc:chgData name="Maarten Marsman" userId="90746270-d662-4e67-8cb8-dda2e7e1873d" providerId="ADAL" clId="{8C781862-5981-52E6-B3E6-C546C8719984}" dt="2025-09-25T07:39:18.188" v="29" actId="2696"/>
        <pc:sldMkLst>
          <pc:docMk/>
          <pc:sldMk cId="1687250304" sldId="670"/>
        </pc:sldMkLst>
      </pc:sldChg>
      <pc:sldChg chg="modSp mod">
        <pc:chgData name="Maarten Marsman" userId="90746270-d662-4e67-8cb8-dda2e7e1873d" providerId="ADAL" clId="{8C781862-5981-52E6-B3E6-C546C8719984}" dt="2025-09-25T07:43:03.479" v="66" actId="20577"/>
        <pc:sldMkLst>
          <pc:docMk/>
          <pc:sldMk cId="2547470193" sldId="678"/>
        </pc:sldMkLst>
        <pc:spChg chg="mod">
          <ac:chgData name="Maarten Marsman" userId="90746270-d662-4e67-8cb8-dda2e7e1873d" providerId="ADAL" clId="{8C781862-5981-52E6-B3E6-C546C8719984}" dt="2025-09-25T07:43:03.479" v="66" actId="20577"/>
          <ac:spMkLst>
            <pc:docMk/>
            <pc:sldMk cId="2547470193" sldId="678"/>
            <ac:spMk id="3" creationId="{69C2A41C-B914-F20C-40ED-3A209FFDE9F5}"/>
          </ac:spMkLst>
        </pc:spChg>
      </pc:sldChg>
      <pc:sldChg chg="addSp delSp modSp mod">
        <pc:chgData name="Maarten Marsman" userId="90746270-d662-4e67-8cb8-dda2e7e1873d" providerId="ADAL" clId="{8C781862-5981-52E6-B3E6-C546C8719984}" dt="2025-09-25T07:43:44.017" v="87" actId="478"/>
        <pc:sldMkLst>
          <pc:docMk/>
          <pc:sldMk cId="2631504336" sldId="685"/>
        </pc:sldMkLst>
        <pc:spChg chg="del">
          <ac:chgData name="Maarten Marsman" userId="90746270-d662-4e67-8cb8-dda2e7e1873d" providerId="ADAL" clId="{8C781862-5981-52E6-B3E6-C546C8719984}" dt="2025-09-25T07:43:42.152" v="86" actId="478"/>
          <ac:spMkLst>
            <pc:docMk/>
            <pc:sldMk cId="2631504336" sldId="685"/>
            <ac:spMk id="2" creationId="{51A97FCB-8FF6-64A4-CEBC-7F71027C65B6}"/>
          </ac:spMkLst>
        </pc:spChg>
        <pc:spChg chg="add mod">
          <ac:chgData name="Maarten Marsman" userId="90746270-d662-4e67-8cb8-dda2e7e1873d" providerId="ADAL" clId="{8C781862-5981-52E6-B3E6-C546C8719984}" dt="2025-09-25T07:43:39.133" v="85" actId="20577"/>
          <ac:spMkLst>
            <pc:docMk/>
            <pc:sldMk cId="2631504336" sldId="685"/>
            <ac:spMk id="4" creationId="{C6C0C189-1EC6-BEDF-2260-D0CE0679BC15}"/>
          </ac:spMkLst>
        </pc:spChg>
        <pc:spChg chg="add del mod">
          <ac:chgData name="Maarten Marsman" userId="90746270-d662-4e67-8cb8-dda2e7e1873d" providerId="ADAL" clId="{8C781862-5981-52E6-B3E6-C546C8719984}" dt="2025-09-25T07:43:44.017" v="87" actId="478"/>
          <ac:spMkLst>
            <pc:docMk/>
            <pc:sldMk cId="2631504336" sldId="685"/>
            <ac:spMk id="7" creationId="{0909A2B2-BF5B-9C67-2BBB-5CFBC571748F}"/>
          </ac:spMkLst>
        </pc:spChg>
      </pc:sldChg>
      <pc:sldChg chg="modSp mod">
        <pc:chgData name="Maarten Marsman" userId="90746270-d662-4e67-8cb8-dda2e7e1873d" providerId="ADAL" clId="{8C781862-5981-52E6-B3E6-C546C8719984}" dt="2025-09-25T07:46:05.627" v="110" actId="20577"/>
        <pc:sldMkLst>
          <pc:docMk/>
          <pc:sldMk cId="1056493184" sldId="686"/>
        </pc:sldMkLst>
        <pc:spChg chg="mod">
          <ac:chgData name="Maarten Marsman" userId="90746270-d662-4e67-8cb8-dda2e7e1873d" providerId="ADAL" clId="{8C781862-5981-52E6-B3E6-C546C8719984}" dt="2025-09-25T07:46:05.627" v="110" actId="20577"/>
          <ac:spMkLst>
            <pc:docMk/>
            <pc:sldMk cId="1056493184" sldId="686"/>
            <ac:spMk id="3" creationId="{5393B37A-BAF7-124B-DDF5-2A485C424404}"/>
          </ac:spMkLst>
        </pc:spChg>
      </pc:sldChg>
      <pc:sldChg chg="modSp mod">
        <pc:chgData name="Maarten Marsman" userId="90746270-d662-4e67-8cb8-dda2e7e1873d" providerId="ADAL" clId="{8C781862-5981-52E6-B3E6-C546C8719984}" dt="2025-09-25T07:46:30.038" v="122" actId="20577"/>
        <pc:sldMkLst>
          <pc:docMk/>
          <pc:sldMk cId="3627389784" sldId="692"/>
        </pc:sldMkLst>
        <pc:spChg chg="mod">
          <ac:chgData name="Maarten Marsman" userId="90746270-d662-4e67-8cb8-dda2e7e1873d" providerId="ADAL" clId="{8C781862-5981-52E6-B3E6-C546C8719984}" dt="2025-09-25T07:46:30.038" v="122" actId="20577"/>
          <ac:spMkLst>
            <pc:docMk/>
            <pc:sldMk cId="3627389784" sldId="692"/>
            <ac:spMk id="4" creationId="{B1B5E156-E086-BB93-DA85-7E0A77C573E1}"/>
          </ac:spMkLst>
        </pc:spChg>
      </pc:sldChg>
      <pc:sldChg chg="del">
        <pc:chgData name="Maarten Marsman" userId="90746270-d662-4e67-8cb8-dda2e7e1873d" providerId="ADAL" clId="{8C781862-5981-52E6-B3E6-C546C8719984}" dt="2025-09-25T07:48:16.106" v="307" actId="2696"/>
        <pc:sldMkLst>
          <pc:docMk/>
          <pc:sldMk cId="3895076827" sldId="695"/>
        </pc:sldMkLst>
      </pc:sldChg>
      <pc:sldChg chg="delSp add mod">
        <pc:chgData name="Maarten Marsman" userId="90746270-d662-4e67-8cb8-dda2e7e1873d" providerId="ADAL" clId="{8C781862-5981-52E6-B3E6-C546C8719984}" dt="2025-09-25T07:39:07.334" v="26" actId="478"/>
        <pc:sldMkLst>
          <pc:docMk/>
          <pc:sldMk cId="3599459711" sldId="696"/>
        </pc:sldMkLst>
        <pc:grpChg chg="del">
          <ac:chgData name="Maarten Marsman" userId="90746270-d662-4e67-8cb8-dda2e7e1873d" providerId="ADAL" clId="{8C781862-5981-52E6-B3E6-C546C8719984}" dt="2025-09-25T07:39:07.334" v="26" actId="478"/>
          <ac:grpSpMkLst>
            <pc:docMk/>
            <pc:sldMk cId="3599459711" sldId="696"/>
            <ac:grpSpMk id="6" creationId="{1330FC01-CA25-7A91-D837-6C6A671E1B8B}"/>
          </ac:grpSpMkLst>
        </pc:grpChg>
      </pc:sldChg>
      <pc:sldChg chg="add">
        <pc:chgData name="Maarten Marsman" userId="90746270-d662-4e67-8cb8-dda2e7e1873d" providerId="ADAL" clId="{8C781862-5981-52E6-B3E6-C546C8719984}" dt="2025-09-25T07:39:03.767" v="25" actId="2890"/>
        <pc:sldMkLst>
          <pc:docMk/>
          <pc:sldMk cId="3578653347" sldId="697"/>
        </pc:sldMkLst>
      </pc:sldChg>
      <pc:sldChg chg="add ord">
        <pc:chgData name="Maarten Marsman" userId="90746270-d662-4e67-8cb8-dda2e7e1873d" providerId="ADAL" clId="{8C781862-5981-52E6-B3E6-C546C8719984}" dt="2025-09-25T07:39:16.992" v="28" actId="20578"/>
        <pc:sldMkLst>
          <pc:docMk/>
          <pc:sldMk cId="1639299486" sldId="698"/>
        </pc:sldMkLst>
      </pc:sldChg>
      <pc:sldChg chg="addSp delSp modSp add mod">
        <pc:chgData name="Maarten Marsman" userId="90746270-d662-4e67-8cb8-dda2e7e1873d" providerId="ADAL" clId="{8C781862-5981-52E6-B3E6-C546C8719984}" dt="2025-09-25T07:48:12.658" v="306"/>
        <pc:sldMkLst>
          <pc:docMk/>
          <pc:sldMk cId="1880004936" sldId="699"/>
        </pc:sldMkLst>
        <pc:spChg chg="add mod">
          <ac:chgData name="Maarten Marsman" userId="90746270-d662-4e67-8cb8-dda2e7e1873d" providerId="ADAL" clId="{8C781862-5981-52E6-B3E6-C546C8719984}" dt="2025-09-25T07:47:02.766" v="125" actId="1076"/>
          <ac:spMkLst>
            <pc:docMk/>
            <pc:sldMk cId="1880004936" sldId="699"/>
            <ac:spMk id="8" creationId="{13C0E128-6988-2E17-CC13-4F9FAB57FC1B}"/>
          </ac:spMkLst>
        </pc:spChg>
        <pc:spChg chg="mod">
          <ac:chgData name="Maarten Marsman" userId="90746270-d662-4e67-8cb8-dda2e7e1873d" providerId="ADAL" clId="{8C781862-5981-52E6-B3E6-C546C8719984}" dt="2025-09-25T07:48:12.658" v="306"/>
          <ac:spMkLst>
            <pc:docMk/>
            <pc:sldMk cId="1880004936" sldId="699"/>
            <ac:spMk id="14" creationId="{77DE12EA-B527-74E3-41CA-FB96C8F41C86}"/>
          </ac:spMkLst>
        </pc:spChg>
        <pc:grpChg chg="del">
          <ac:chgData name="Maarten Marsman" userId="90746270-d662-4e67-8cb8-dda2e7e1873d" providerId="ADAL" clId="{8C781862-5981-52E6-B3E6-C546C8719984}" dt="2025-09-25T07:47:03.990" v="126" actId="478"/>
          <ac:grpSpMkLst>
            <pc:docMk/>
            <pc:sldMk cId="1880004936" sldId="699"/>
            <ac:grpSpMk id="6" creationId="{E13A9DDA-079D-2EE4-52A4-2C195D58522B}"/>
          </ac:grpSpMkLst>
        </pc:grpChg>
        <pc:grpChg chg="mod">
          <ac:chgData name="Maarten Marsman" userId="90746270-d662-4e67-8cb8-dda2e7e1873d" providerId="ADAL" clId="{8C781862-5981-52E6-B3E6-C546C8719984}" dt="2025-09-25T07:47:35.974" v="298"/>
          <ac:grpSpMkLst>
            <pc:docMk/>
            <pc:sldMk cId="1880004936" sldId="699"/>
            <ac:grpSpMk id="15" creationId="{263090A6-2051-4CFD-A0DB-AEAAB46AA252}"/>
          </ac:grpSpMkLst>
        </pc:grpChg>
        <pc:picChg chg="mod">
          <ac:chgData name="Maarten Marsman" userId="90746270-d662-4e67-8cb8-dda2e7e1873d" providerId="ADAL" clId="{8C781862-5981-52E6-B3E6-C546C8719984}" dt="2025-09-25T07:48:02.178" v="305"/>
          <ac:picMkLst>
            <pc:docMk/>
            <pc:sldMk cId="1880004936" sldId="699"/>
            <ac:picMk id="13" creationId="{B16DEC62-BBB6-FF62-A144-4324F1D329FE}"/>
          </ac:picMkLst>
        </pc:picChg>
      </pc:sldChg>
      <pc:sldChg chg="addSp delSp modSp new mod ord">
        <pc:chgData name="Maarten Marsman" userId="90746270-d662-4e67-8cb8-dda2e7e1873d" providerId="ADAL" clId="{8C781862-5981-52E6-B3E6-C546C8719984}" dt="2025-09-25T10:09:02.595" v="829" actId="123"/>
        <pc:sldMkLst>
          <pc:docMk/>
          <pc:sldMk cId="2554039681" sldId="700"/>
        </pc:sldMkLst>
        <pc:spChg chg="del">
          <ac:chgData name="Maarten Marsman" userId="90746270-d662-4e67-8cb8-dda2e7e1873d" providerId="ADAL" clId="{8C781862-5981-52E6-B3E6-C546C8719984}" dt="2025-09-25T09:57:34.010" v="324" actId="478"/>
          <ac:spMkLst>
            <pc:docMk/>
            <pc:sldMk cId="2554039681" sldId="700"/>
            <ac:spMk id="2" creationId="{68ECA8DD-25CE-58C1-4A7A-5209860722FF}"/>
          </ac:spMkLst>
        </pc:spChg>
        <pc:spChg chg="del">
          <ac:chgData name="Maarten Marsman" userId="90746270-d662-4e67-8cb8-dda2e7e1873d" providerId="ADAL" clId="{8C781862-5981-52E6-B3E6-C546C8719984}" dt="2025-09-25T09:57:35.300" v="325" actId="478"/>
          <ac:spMkLst>
            <pc:docMk/>
            <pc:sldMk cId="2554039681" sldId="700"/>
            <ac:spMk id="3" creationId="{55EB17C5-C139-F394-A61B-3E614275385F}"/>
          </ac:spMkLst>
        </pc:spChg>
        <pc:spChg chg="add mod">
          <ac:chgData name="Maarten Marsman" userId="90746270-d662-4e67-8cb8-dda2e7e1873d" providerId="ADAL" clId="{8C781862-5981-52E6-B3E6-C546C8719984}" dt="2025-09-25T09:59:47.724" v="505" actId="20577"/>
          <ac:spMkLst>
            <pc:docMk/>
            <pc:sldMk cId="2554039681" sldId="700"/>
            <ac:spMk id="4" creationId="{2CEA4EAD-0CB2-DD8C-69C8-937D5714BA79}"/>
          </ac:spMkLst>
        </pc:spChg>
        <pc:spChg chg="add mod">
          <ac:chgData name="Maarten Marsman" userId="90746270-d662-4e67-8cb8-dda2e7e1873d" providerId="ADAL" clId="{8C781862-5981-52E6-B3E6-C546C8719984}" dt="2025-09-25T10:09:02.595" v="829" actId="123"/>
          <ac:spMkLst>
            <pc:docMk/>
            <pc:sldMk cId="2554039681" sldId="700"/>
            <ac:spMk id="5" creationId="{475D4020-44F2-A368-34B7-3A22A606C3F3}"/>
          </ac:spMkLst>
        </pc:spChg>
        <pc:spChg chg="add del mod">
          <ac:chgData name="Maarten Marsman" userId="90746270-d662-4e67-8cb8-dda2e7e1873d" providerId="ADAL" clId="{8C781862-5981-52E6-B3E6-C546C8719984}" dt="2025-09-25T10:08:59.277" v="828" actId="478"/>
          <ac:spMkLst>
            <pc:docMk/>
            <pc:sldMk cId="2554039681" sldId="700"/>
            <ac:spMk id="6" creationId="{AFEA9D0E-F6AD-323A-DA4E-30A845BD17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29AB5-5FA3-4B46-8951-7B0917454F47}" type="datetimeFigureOut">
              <a:rPr lang="en-NL" smtClean="0"/>
              <a:t>04/10/2025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78420-72E8-E74B-835B-650A0332FEF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555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128E-3F4D-9165-50B1-9DA4DEDB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A0DC6-7F31-28A6-C3D7-F093C3418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060AD-6585-6AED-8D54-8E0A0C9A4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AC0A5-B70C-4C0A-615F-DD0E2B029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34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CF94-2500-0CA0-0A93-02C4A905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A080E-009A-813B-52AD-4C8C33A7C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841A5-3D3C-2134-3F5F-245DD388B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3B616-5E74-64C2-ED52-A0FFCE876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00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9800-09C0-B733-AB1F-A39017B0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DB9CA-5D21-2019-34E8-F7D14F58B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1BB0E-9E59-967A-39EE-81AAB0FE2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B5882-563A-DA34-8ADA-ABB9BEABA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066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14DB-5F1A-71E7-5DFA-F5B1CFF0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8E128-CB9F-293C-EC09-C29C58D4B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407F1-19BC-5F15-8C4C-51D54168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648E1-991B-5307-64B5-A37DA8518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2986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67E4-9C52-0C73-AC6F-242F0DB4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900D-7E0F-A493-E584-E7482B064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9D750-F7A2-A707-3A9B-07C5C106D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8F3FC-17D6-457A-A042-8A12FF343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760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29A5-BEAF-E507-4716-62BC1264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23C2F-5EA9-7880-6D53-BDCB16673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9AB8F-873F-0969-05D1-73B790E41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ECC97-4A53-B51A-4DA2-8075C7988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74791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8923-CAC3-AAEB-5B0B-A7D162AA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78620-3E64-79FC-FB92-D0B07E56B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6F6B9-B8E4-59F7-F548-54611CC1F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C18CF-EC82-AEBA-396F-184166566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9507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D2CE-069D-21A4-3BF4-2A93E0B1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1A94D-0773-6F84-F19B-0CE04DBBF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4633A-A3CC-76EA-8EB3-F57009F73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01E72-C7E1-978A-4B87-242D4B432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5387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F8A7-9349-80B4-E061-65E0E1A0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40FA7-6D39-54AD-5551-91BA65905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4856C-1C40-9024-E7FD-6769F6BC8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4FA6-62B3-C5DF-DF9D-416CC93B0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83172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F7FF-1719-2F39-B3AF-B72B48F3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F6895-D864-4590-0F0C-1A939720F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ACF1D-61A4-0812-B123-769A36580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EA08E-0AA5-F5DA-8055-493A56F03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6035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4302-8C3D-1F76-686B-3FFA452F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6A0E7-A383-8DC3-A6D5-973331218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7AABA-51E7-FC76-EF73-ABEB0AA3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2052-F76E-C6A8-EB90-36F46CCB1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0563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9943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9D898-3DC7-DFC4-1664-87F819A1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8881D-C119-C739-3357-710407CD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74ED5-9E08-D8F9-133C-A71DFB9B0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E3F18-A6AB-2361-30E1-81AE1A607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0499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58049-0B83-4A85-556B-AAB50E29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AA4B0-BB71-54BE-A7C9-F0D3AB8E9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1B708-8881-7F11-A5F6-613518919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AE845-8B8F-F3E1-54CD-CDC6705EB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98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5D05-5497-913D-BA8F-DE7C9284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EB3B5-0394-2A99-7F61-4175607D1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2C1D8-F0B3-6BDB-21EB-9BB75A37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CA06C-BAD3-F88F-81FA-7016D6D88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955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9307-A5E1-9B98-A5F4-AC916306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D3820-AEDF-DACC-93F3-F368CC312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06862-60EE-CF81-AEE6-1808BE6EB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9BD9-87BA-0F20-F6AB-392740B87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7486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4603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7207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7413-18AB-8342-8415-605594D2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F2D56-5255-952B-D240-AE5297D10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E4D96-1782-D8C3-A2F3-FB92F61D6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CF2B5-03EC-2A41-E19F-4B534F3AC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2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BD1-1769-F24B-9F55-52CEB8C13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43FB-5927-8F4D-BF54-6CECB83A7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6914C-677D-A645-9788-A9FF82C1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18E-87FB-3549-8362-1A72983DD1FE}" type="datetime1">
              <a:rPr lang="en-US" smtClean="0"/>
              <a:t>10/4/25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00CA-BD5A-9245-B5B2-5B060C41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0F382-5686-B64C-A0C0-0077389A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187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5986-502F-9741-80B9-FEC6F165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2045-25CF-8245-BF2C-B729461B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7EDC6-0184-864B-8B97-4B4A5298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69E7-49C4-D34D-9354-A5603B94A405}" type="datetime1">
              <a:rPr lang="en-US" smtClean="0"/>
              <a:t>10/4/25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D3C9-B034-3B4A-8D7C-2AF64D93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E04C-60B5-B145-AFC7-70EBD89D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87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CE24-6D17-3349-A218-8C91030A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4F18-E0FB-714D-934B-632F1B8F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C153-4F92-C749-B838-D46F8A7A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5C7A2-958D-CE4C-A436-64937AED43F2}" type="datetime1">
              <a:rPr lang="en-US" smtClean="0"/>
              <a:t>10/4/25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0CE44-C669-D14D-AC90-4045CB4C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577E-25B4-3C43-8984-998FA5FE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953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B18C-64D9-DF47-96F1-8BA2602C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3F94-5A70-B54D-81A5-FCB5ABE70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9B432-4702-5748-BC5C-A935291B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EB8E-0C88-CE40-B9D6-95AAA0A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4BBF-E669-4E49-A0E8-B2E39C618E27}" type="datetime1">
              <a:rPr lang="en-US" smtClean="0"/>
              <a:t>10/4/25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5521E-0616-CF41-A2B6-419EC9D3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547DB-A34E-6D45-B99D-D9E0E49E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735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4E37-7609-7746-ACED-7932DCFA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31E5-ECF9-DA47-B3F2-6779C5CB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50BC3-999C-BE4E-96AE-7AF1C81F8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2CB1A-4F75-5F4F-BCB8-B6AC67CB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2E23F-D201-0941-852A-24F2E0140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046F7-EFBB-9E4E-82AE-875B5AD6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455C1-870D-D740-8DE2-83CDFAE3636B}" type="datetime1">
              <a:rPr lang="en-US" smtClean="0"/>
              <a:t>10/4/25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BD6A9-540A-0E40-B24D-589F6F02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1B42-B36A-E243-B628-AA3CDFC1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25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9164-E7B7-1943-B53B-A1AA4677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CAD2E-CB80-1E46-9D1A-25DA9C89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B7C3-394A-C74C-BFEC-EE0C1ACFA24E}" type="datetime1">
              <a:rPr lang="en-US" smtClean="0"/>
              <a:t>10/4/25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D9CE2-E021-E842-A21E-F92AA5C2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A5590-CFA3-564A-BF34-6419C689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715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C4B4C-3F36-F148-B8D8-1F00CDE3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2C21-6F9E-2245-830B-754E500BECED}" type="datetime1">
              <a:rPr lang="en-US" smtClean="0"/>
              <a:t>10/4/25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07B88-AF6D-1E49-B945-63035BF2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D5DE6-16A3-E64F-B8A6-3C09A7AB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99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AC42-B947-D943-A81A-98189FD3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0493-94E4-B84F-BEBF-4EAF06F82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CF190-DF49-014C-AA7E-3AAB4585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83008-DB04-E742-BA5B-E0BBE18F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E619-1179-6045-9199-671522DC9FBE}" type="datetime1">
              <a:rPr lang="en-US" smtClean="0"/>
              <a:t>10/4/25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374C3-3408-7D44-A0B8-1D157E11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BAC42-AB30-EA47-A5C4-68172282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638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9933-6A93-594A-BF88-CF71D12C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9E230-2ACB-CB47-B40C-C4CE132D8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E2B6A-FF4F-6647-B43D-BB1B2952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ACD45-1AE2-944A-93A1-F6697F6B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A850-CB0F-F34E-9B0B-A8D0C869D2CF}" type="datetime1">
              <a:rPr lang="en-US" smtClean="0"/>
              <a:t>10/4/25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8C4B-6525-B448-9F5C-4372860E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7A6C0-5DEA-7742-BED0-D392E26C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737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5E57-F0AB-6547-99C0-EFA00382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28F5F-DC05-5F45-9143-C1D5E35D3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88E14-7493-8046-91E0-393F7EA5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FA88-F64F-104A-9921-8AEC399B7220}" type="datetime1">
              <a:rPr lang="en-US" smtClean="0"/>
              <a:t>10/4/25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C4E1-01EF-AE48-A38A-80561D75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5D955-D3CD-0C4F-9C1A-B8A222D3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8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7E0F5-365F-2F45-9B64-6747A0C44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8B65E-7ED7-204C-A73E-B604D962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E4B-53B8-594D-8EB6-8385350A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2B57-3B92-7849-A64B-C7C4AD5F7086}" type="datetime1">
              <a:rPr lang="en-US" smtClean="0"/>
              <a:t>10/4/25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6C6-A734-7A45-8E79-736D15F4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F640-53F9-0147-8B5D-D2D3F806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080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67671-6197-6942-B3BA-F828D65B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36669-8D8C-104D-AD37-505D6B2A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17D1-8427-2C4A-A4FC-0C369A934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694BE-D99D-DD41-A667-6222D224B7AD}" type="datetime1">
              <a:rPr lang="en-US" smtClean="0"/>
              <a:t>10/4/25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E2B5-F0F2-B646-85AC-333FEFE71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30F05-EF79-7E4C-B9E0-BA6E8090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391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tif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tif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tif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tif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if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iff"/><Relationship Id="rId4" Type="http://schemas.openxmlformats.org/officeDocument/2006/relationships/image" Target="../media/image23.tif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tif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tif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1.svg"/><Relationship Id="rId7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4.png"/><Relationship Id="rId7" Type="http://schemas.openxmlformats.org/officeDocument/2006/relationships/image" Target="../media/image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3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7B32E-17D6-495D-2F9B-41D316BDE8CA}"/>
              </a:ext>
            </a:extLst>
          </p:cNvPr>
          <p:cNvSpPr txBox="1"/>
          <p:nvPr/>
        </p:nvSpPr>
        <p:spPr>
          <a:xfrm>
            <a:off x="111338" y="5380672"/>
            <a:ext cx="347316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BGM workshop, Tübingen, 2025</a:t>
            </a:r>
          </a:p>
          <a:p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81050D-F144-F968-44D6-D886102912CD}"/>
              </a:ext>
            </a:extLst>
          </p:cNvPr>
          <p:cNvSpPr txBox="1">
            <a:spLocks/>
          </p:cNvSpPr>
          <p:nvPr/>
        </p:nvSpPr>
        <p:spPr>
          <a:xfrm>
            <a:off x="3906086" y="2472512"/>
            <a:ext cx="4379829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Welcome to the workshop!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4061468-6CF1-5023-C33F-26E19D75C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AF30E2-FEB3-CBB8-A78B-D936E61F5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6247B3E7-2411-1E1D-F5BF-E37FCFD8A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C6F94327-6982-570E-76BE-38E459300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15" name="Picture 2" descr="logo NWO">
            <a:extLst>
              <a:ext uri="{FF2B5EF4-FFF2-40B4-BE49-F238E27FC236}">
                <a16:creationId xmlns:a16="http://schemas.microsoft.com/office/drawing/2014/main" id="{392ECC53-75A2-5595-847E-BEFA383D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4A8C5DD8-795F-7280-422F-244E195F5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753C-CC70-890C-AD2A-3C585FDB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6C25-3F1E-9179-B2C3-D6920A903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Introduction to the workshop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9F2449F-55ED-D3C2-AE3B-0FE37E886BC3}"/>
              </a:ext>
            </a:extLst>
          </p:cNvPr>
          <p:cNvGrpSpPr/>
          <p:nvPr/>
        </p:nvGrpSpPr>
        <p:grpSpPr>
          <a:xfrm>
            <a:off x="8668348" y="1491416"/>
            <a:ext cx="2299027" cy="3017903"/>
            <a:chOff x="8222261" y="1586774"/>
            <a:chExt cx="2299027" cy="301790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792DAFD6-498D-D0B8-C003-AA08B1E41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9230" y="2862236"/>
              <a:ext cx="1133527" cy="113352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8D2F8D-9CD1-89E2-F453-A7531D7FBA74}"/>
                </a:ext>
              </a:extLst>
            </p:cNvPr>
            <p:cNvSpPr txBox="1"/>
            <p:nvPr/>
          </p:nvSpPr>
          <p:spPr>
            <a:xfrm>
              <a:off x="8288561" y="4143012"/>
              <a:ext cx="22327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This Workshop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F455D27-A903-341D-C147-99D74691603E}"/>
                </a:ext>
              </a:extLst>
            </p:cNvPr>
            <p:cNvGrpSpPr/>
            <p:nvPr/>
          </p:nvGrpSpPr>
          <p:grpSpPr>
            <a:xfrm>
              <a:off x="8222261" y="1586774"/>
              <a:ext cx="1722664" cy="1506816"/>
              <a:chOff x="8667171" y="2349000"/>
              <a:chExt cx="1722664" cy="1506816"/>
            </a:xfrm>
          </p:grpSpPr>
          <p:pic>
            <p:nvPicPr>
              <p:cNvPr id="7" name="Picture 6" descr="Icon&#10;&#10;Description automatically generated">
                <a:extLst>
                  <a:ext uri="{FF2B5EF4-FFF2-40B4-BE49-F238E27FC236}">
                    <a16:creationId xmlns:a16="http://schemas.microsoft.com/office/drawing/2014/main" id="{5DC85396-9FAC-2D1B-3D96-F14AD7A3DE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7188934-AC17-16A1-13B3-17C1D8B76DD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48ED2824-48AC-7585-15FF-06763774C4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7EC438C7-974D-C376-6D0C-606EC80EEF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35076F-15E0-5486-FD74-1B59E397B322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dirty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CAABBE-E7F3-47ED-069C-86E331FC2A07}"/>
              </a:ext>
            </a:extLst>
          </p:cNvPr>
          <p:cNvGrpSpPr/>
          <p:nvPr/>
        </p:nvGrpSpPr>
        <p:grpSpPr>
          <a:xfrm>
            <a:off x="491686" y="2103544"/>
            <a:ext cx="3401893" cy="2393485"/>
            <a:chOff x="453724" y="2211192"/>
            <a:chExt cx="3401893" cy="23934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CF2BE6-ED2B-7127-FC21-609032715F24}"/>
                </a:ext>
              </a:extLst>
            </p:cNvPr>
            <p:cNvSpPr txBox="1"/>
            <p:nvPr/>
          </p:nvSpPr>
          <p:spPr>
            <a:xfrm>
              <a:off x="453724" y="4143012"/>
              <a:ext cx="3401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Network Psychometrics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601A976-2E3B-9768-DC42-23A2D4BD9EA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28854" y="2211192"/>
              <a:ext cx="2160000" cy="1705575"/>
              <a:chOff x="4959090" y="1097491"/>
              <a:chExt cx="6644863" cy="52451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303A0F4-B72D-C968-545C-1F3C5B9C0C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alphaModFix amt="70000"/>
              </a:blip>
              <a:srcRect l="7017"/>
              <a:stretch/>
            </p:blipFill>
            <p:spPr>
              <a:xfrm>
                <a:off x="5109029" y="1097491"/>
                <a:ext cx="6494924" cy="5245100"/>
              </a:xfrm>
              <a:prstGeom prst="rect">
                <a:avLst/>
              </a:prstGeom>
            </p:spPr>
          </p:pic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1F91EF6-E826-AF96-827F-204ADDD641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32665" y="1165401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2ECA3E0-5C6B-A18D-6311-A328510BA5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59090" y="2800097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F611401-48F9-D8BA-0BA9-BCC3AF5CEB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74707" y="511603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DE08A06-2CED-EBEB-0A98-CFCF2FE681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4519" y="2059246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1F7149F-41DF-FEFE-D53B-E8216FCA1F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82992" y="3830335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C44EB5A-5B94-F33C-0054-94F0AF5EEC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03523" y="500501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C6B302-751C-EB66-BEB7-E3D223ABF58D}"/>
              </a:ext>
            </a:extLst>
          </p:cNvPr>
          <p:cNvGrpSpPr/>
          <p:nvPr/>
        </p:nvGrpSpPr>
        <p:grpSpPr>
          <a:xfrm>
            <a:off x="4711646" y="2348678"/>
            <a:ext cx="2768708" cy="2160641"/>
            <a:chOff x="4652460" y="2425288"/>
            <a:chExt cx="2768708" cy="21606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0922EE-F495-5406-7870-C5E27F6D94DD}"/>
                </a:ext>
              </a:extLst>
            </p:cNvPr>
            <p:cNvSpPr txBox="1"/>
            <p:nvPr/>
          </p:nvSpPr>
          <p:spPr>
            <a:xfrm>
              <a:off x="4652460" y="4124264"/>
              <a:ext cx="27687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Bayesian Statistics</a:t>
              </a:r>
            </a:p>
          </p:txBody>
        </p:sp>
        <p:pic>
          <p:nvPicPr>
            <p:cNvPr id="29" name="Picture 28" descr="A graph with orange and blue lines&#10;&#10;AI-generated content may be incorrect.">
              <a:extLst>
                <a:ext uri="{FF2B5EF4-FFF2-40B4-BE49-F238E27FC236}">
                  <a16:creationId xmlns:a16="http://schemas.microsoft.com/office/drawing/2014/main" id="{BFDE417A-58C3-0581-5B06-AAFC16B23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472" t="10494" b="12346"/>
            <a:stretch>
              <a:fillRect/>
            </a:stretch>
          </p:blipFill>
          <p:spPr>
            <a:xfrm>
              <a:off x="4728396" y="2425288"/>
              <a:ext cx="2520000" cy="1380791"/>
            </a:xfrm>
            <a:prstGeom prst="rect">
              <a:avLst/>
            </a:prstGeom>
          </p:spPr>
        </p:pic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EF8A3056-1120-8F4E-A293-711F119A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249030-E587-CD4C-B2BE-C623F75DA0F6}" type="slidenum">
              <a:rPr lang="en-NL" smtClean="0"/>
              <a:t>2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7865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603D-D987-283A-3F44-C0716D29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2D71-16EC-202C-0390-75F0D8A9D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Introduction to the workshop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EFC6E-E58A-8542-FE3D-310D58489DDD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881B6C8-CEC6-FF78-5371-376B6309464B}"/>
              </a:ext>
            </a:extLst>
          </p:cNvPr>
          <p:cNvGrpSpPr/>
          <p:nvPr/>
        </p:nvGrpSpPr>
        <p:grpSpPr>
          <a:xfrm>
            <a:off x="491686" y="2103544"/>
            <a:ext cx="3401893" cy="2393485"/>
            <a:chOff x="453724" y="2211192"/>
            <a:chExt cx="3401893" cy="23934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930895-B52C-E071-B89A-6D47D567667C}"/>
                </a:ext>
              </a:extLst>
            </p:cNvPr>
            <p:cNvSpPr txBox="1"/>
            <p:nvPr/>
          </p:nvSpPr>
          <p:spPr>
            <a:xfrm>
              <a:off x="453724" y="4143012"/>
              <a:ext cx="3401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Network Psychometrics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D382CFD-A0F0-4B8A-D0EF-69075DFD94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28854" y="2211192"/>
              <a:ext cx="2160000" cy="1705575"/>
              <a:chOff x="4959090" y="1097491"/>
              <a:chExt cx="6644863" cy="52451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074B3F0-DFB6-FD5F-447A-C5178AA895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alphaModFix amt="70000"/>
              </a:blip>
              <a:srcRect l="7017"/>
              <a:stretch/>
            </p:blipFill>
            <p:spPr>
              <a:xfrm>
                <a:off x="5109029" y="1097491"/>
                <a:ext cx="6494924" cy="5245100"/>
              </a:xfrm>
              <a:prstGeom prst="rect">
                <a:avLst/>
              </a:prstGeom>
            </p:spPr>
          </p:pic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58E654D-8D66-FB3F-B24B-0F926318D2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32665" y="1165401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5A2BED-7B91-48CF-BD77-6503904879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59090" y="2800097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5210B3-4EFA-6388-A235-B1CC459DC9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74707" y="511603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EFE975E-833C-E4A0-19B2-AF69D8DCA0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4519" y="2059246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6C3A8F7-C522-9D2F-76DA-23E458C09D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82992" y="3830335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4EEE885-194E-8860-D04E-C2D85DF8AC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03523" y="500501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</p:grp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BA707AC-F632-9BE2-7637-F04D792B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249030-E587-CD4C-B2BE-C623F75DA0F6}" type="slidenum">
              <a:rPr lang="en-NL" smtClean="0"/>
              <a:t>3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5549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32B2-126F-7C4B-A898-41D7B104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1F3864"/>
                </a:solidFill>
                <a:latin typeface="Helvetica" pitchFamily="2" charset="0"/>
              </a:rPr>
              <a:t>Latent variable model vs network model</a:t>
            </a:r>
            <a:endParaRPr lang="en-NL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F829F-0D19-C146-9D66-AED1E4D641F3}"/>
              </a:ext>
            </a:extLst>
          </p:cNvPr>
          <p:cNvSpPr txBox="1"/>
          <p:nvPr/>
        </p:nvSpPr>
        <p:spPr>
          <a:xfrm>
            <a:off x="465770" y="6124214"/>
            <a:ext cx="337784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Latent variable model</a:t>
            </a:r>
          </a:p>
        </p:txBody>
      </p:sp>
      <p:pic>
        <p:nvPicPr>
          <p:cNvPr id="1026" name="Picture 2" descr="microscopic image of Coronavirus COVID-19; how it will impact Stock Market">
            <a:extLst>
              <a:ext uri="{FF2B5EF4-FFF2-40B4-BE49-F238E27FC236}">
                <a16:creationId xmlns:a16="http://schemas.microsoft.com/office/drawing/2014/main" id="{FB812AC1-E110-3B49-A92F-03F30CAAD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5" r="20207"/>
          <a:stretch/>
        </p:blipFill>
        <p:spPr bwMode="auto">
          <a:xfrm>
            <a:off x="1635263" y="2080019"/>
            <a:ext cx="1146262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432B70-C806-4F44-9CC6-4100D6C1F7BF}"/>
              </a:ext>
            </a:extLst>
          </p:cNvPr>
          <p:cNvSpPr txBox="1"/>
          <p:nvPr/>
        </p:nvSpPr>
        <p:spPr>
          <a:xfrm>
            <a:off x="697404" y="1530579"/>
            <a:ext cx="30219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Disease analogy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E904B0-0076-5BBA-4757-9BFA99551D53}"/>
              </a:ext>
            </a:extLst>
          </p:cNvPr>
          <p:cNvGrpSpPr>
            <a:grpSpLocks noChangeAspect="1"/>
          </p:cNvGrpSpPr>
          <p:nvPr/>
        </p:nvGrpSpPr>
        <p:grpSpPr>
          <a:xfrm>
            <a:off x="1254556" y="3916682"/>
            <a:ext cx="1391643" cy="1590193"/>
            <a:chOff x="212765" y="2183309"/>
            <a:chExt cx="2855889" cy="326333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1CCAEF2-03CC-F9AF-ACB5-7C97B2D18F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2765" y="3328977"/>
              <a:ext cx="1044000" cy="10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tx1"/>
                  </a:solidFill>
                </a:rPr>
                <a:t>θ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51496DC-DD19-D151-0B5A-B8E87DD52B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2183309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457476-E07E-B40F-AC6A-5B1AB68609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3328977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C26A9E0-2C42-5338-8750-ECBD1702BB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4474645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FC0A334-A3DA-235E-3E6B-6649D0732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6765" y="2764971"/>
              <a:ext cx="757092" cy="753991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B572E13-91CB-9EC9-2D92-88964C87264B}"/>
                </a:ext>
              </a:extLst>
            </p:cNvPr>
            <p:cNvCxnSpPr>
              <a:cxnSpLocks/>
            </p:cNvCxnSpPr>
            <p:nvPr/>
          </p:nvCxnSpPr>
          <p:spPr>
            <a:xfrm>
              <a:off x="1326688" y="3834660"/>
              <a:ext cx="610969" cy="16317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96AE18B-1655-3D7E-F811-E19C87F5D0D1}"/>
                </a:ext>
              </a:extLst>
            </p:cNvPr>
            <p:cNvCxnSpPr>
              <a:cxnSpLocks/>
            </p:cNvCxnSpPr>
            <p:nvPr/>
          </p:nvCxnSpPr>
          <p:spPr>
            <a:xfrm>
              <a:off x="1242911" y="4224367"/>
              <a:ext cx="715866" cy="747026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4706C-14B5-F637-DB4E-DEBE12AD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4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4972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510D9-DAEC-337F-93D5-CBB76C1A9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7B3E-F153-36E2-D64F-C3096F3F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1F3864"/>
                </a:solidFill>
                <a:latin typeface="Helvetica" pitchFamily="2" charset="0"/>
              </a:rPr>
              <a:t>Latent variable model vs network model</a:t>
            </a:r>
            <a:endParaRPr lang="en-NL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9200AD-9329-3419-9C11-ABE92E3A1019}"/>
              </a:ext>
            </a:extLst>
          </p:cNvPr>
          <p:cNvSpPr txBox="1"/>
          <p:nvPr/>
        </p:nvSpPr>
        <p:spPr>
          <a:xfrm>
            <a:off x="465770" y="6124214"/>
            <a:ext cx="337784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Latent variable model</a:t>
            </a:r>
          </a:p>
        </p:txBody>
      </p:sp>
      <p:pic>
        <p:nvPicPr>
          <p:cNvPr id="1026" name="Picture 2" descr="microscopic image of Coronavirus COVID-19; how it will impact Stock Market">
            <a:extLst>
              <a:ext uri="{FF2B5EF4-FFF2-40B4-BE49-F238E27FC236}">
                <a16:creationId xmlns:a16="http://schemas.microsoft.com/office/drawing/2014/main" id="{CBAF3A45-C578-BF6C-46AD-DE3CB501F1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5" r="20207"/>
          <a:stretch/>
        </p:blipFill>
        <p:spPr bwMode="auto">
          <a:xfrm>
            <a:off x="1635263" y="2080019"/>
            <a:ext cx="1146262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61E177-0834-EE4C-60A5-97620B7181D5}"/>
              </a:ext>
            </a:extLst>
          </p:cNvPr>
          <p:cNvSpPr txBox="1"/>
          <p:nvPr/>
        </p:nvSpPr>
        <p:spPr>
          <a:xfrm>
            <a:off x="697404" y="1530579"/>
            <a:ext cx="30219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Disease analogy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EACD8D-9525-1A32-6B41-3EDDD1087342}"/>
              </a:ext>
            </a:extLst>
          </p:cNvPr>
          <p:cNvSpPr txBox="1"/>
          <p:nvPr/>
        </p:nvSpPr>
        <p:spPr>
          <a:xfrm>
            <a:off x="4453500" y="1530621"/>
            <a:ext cx="3385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Psychological data</a:t>
            </a:r>
          </a:p>
        </p:txBody>
      </p:sp>
      <p:pic>
        <p:nvPicPr>
          <p:cNvPr id="32" name="Picture 31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3F1C7639-B100-B3B7-B88D-5F7B5D57A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296" y="2290225"/>
            <a:ext cx="1487405" cy="180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CAD2E919-10F0-4C19-9E40-42B3A0A2AE54}"/>
              </a:ext>
            </a:extLst>
          </p:cNvPr>
          <p:cNvSpPr/>
          <p:nvPr/>
        </p:nvSpPr>
        <p:spPr>
          <a:xfrm rot="1200000">
            <a:off x="3561327" y="2577136"/>
            <a:ext cx="942075" cy="373691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BACA55-217D-6FC3-91CA-0E4145DB7257}"/>
              </a:ext>
            </a:extLst>
          </p:cNvPr>
          <p:cNvSpPr txBox="1"/>
          <p:nvPr/>
        </p:nvSpPr>
        <p:spPr>
          <a:xfrm>
            <a:off x="4749992" y="4768211"/>
            <a:ext cx="2692015" cy="147732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No conclusive evidence for single cause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C69C03F-1579-7140-A1B9-5687C73BCBF7}"/>
              </a:ext>
            </a:extLst>
          </p:cNvPr>
          <p:cNvGrpSpPr>
            <a:grpSpLocks noChangeAspect="1"/>
          </p:cNvGrpSpPr>
          <p:nvPr/>
        </p:nvGrpSpPr>
        <p:grpSpPr>
          <a:xfrm>
            <a:off x="1254556" y="3916682"/>
            <a:ext cx="1391643" cy="1590193"/>
            <a:chOff x="212765" y="2183309"/>
            <a:chExt cx="2855889" cy="326333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1A43F01-DD84-ACCB-E81A-0CF12E9C8E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2765" y="3328977"/>
              <a:ext cx="1044000" cy="10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tx1"/>
                  </a:solidFill>
                </a:rPr>
                <a:t>θ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56BBADE-D670-7324-15E4-29ADAA45D7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2183309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0E42AB3-99DE-C09D-1A6F-F15751DBD6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3328977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BFB98AE-7B47-AC2A-5BA0-1BC444539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4474645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CA9A710-AA53-3598-F042-DA8458256B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6765" y="2764971"/>
              <a:ext cx="757092" cy="753991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D904782-670A-370C-7FAD-BAAFBD33DF5D}"/>
                </a:ext>
              </a:extLst>
            </p:cNvPr>
            <p:cNvCxnSpPr>
              <a:cxnSpLocks/>
            </p:cNvCxnSpPr>
            <p:nvPr/>
          </p:nvCxnSpPr>
          <p:spPr>
            <a:xfrm>
              <a:off x="1326688" y="3834660"/>
              <a:ext cx="610969" cy="16317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FE601D5-0FE1-FB6F-38B9-B55D280F4451}"/>
                </a:ext>
              </a:extLst>
            </p:cNvPr>
            <p:cNvCxnSpPr>
              <a:cxnSpLocks/>
            </p:cNvCxnSpPr>
            <p:nvPr/>
          </p:nvCxnSpPr>
          <p:spPr>
            <a:xfrm>
              <a:off x="1242911" y="4224367"/>
              <a:ext cx="715866" cy="747026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E6E38-C6F4-B17B-3616-9C7587C9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906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EF67-C760-1493-00A5-5D39CC2A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E996-4FC7-78FB-1E85-51C82D4C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1F3864"/>
                </a:solidFill>
                <a:latin typeface="Helvetica" pitchFamily="2" charset="0"/>
              </a:rPr>
              <a:t>Latent variable model vs network model</a:t>
            </a:r>
            <a:endParaRPr lang="en-NL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19F7DB-E526-C242-2419-DDA428CC824C}"/>
              </a:ext>
            </a:extLst>
          </p:cNvPr>
          <p:cNvSpPr txBox="1"/>
          <p:nvPr/>
        </p:nvSpPr>
        <p:spPr>
          <a:xfrm>
            <a:off x="465770" y="6124214"/>
            <a:ext cx="337784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Latent variable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13AAD0-F36E-9ABF-3166-C34EA436FC3C}"/>
              </a:ext>
            </a:extLst>
          </p:cNvPr>
          <p:cNvSpPr txBox="1"/>
          <p:nvPr/>
        </p:nvSpPr>
        <p:spPr>
          <a:xfrm>
            <a:off x="8807636" y="6125955"/>
            <a:ext cx="24096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 model</a:t>
            </a:r>
          </a:p>
        </p:txBody>
      </p:sp>
      <p:pic>
        <p:nvPicPr>
          <p:cNvPr id="41" name="Picture 4">
            <a:extLst>
              <a:ext uri="{FF2B5EF4-FFF2-40B4-BE49-F238E27FC236}">
                <a16:creationId xmlns:a16="http://schemas.microsoft.com/office/drawing/2014/main" id="{A793A0E4-86D2-1219-1581-6E53E9835D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3" r="3979" b="4733"/>
          <a:stretch/>
        </p:blipFill>
        <p:spPr bwMode="auto">
          <a:xfrm>
            <a:off x="9484179" y="2089106"/>
            <a:ext cx="160459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copic image of Coronavirus COVID-19; how it will impact Stock Market">
            <a:extLst>
              <a:ext uri="{FF2B5EF4-FFF2-40B4-BE49-F238E27FC236}">
                <a16:creationId xmlns:a16="http://schemas.microsoft.com/office/drawing/2014/main" id="{09808A06-D94D-3995-46C3-C2622FC680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5" r="20207"/>
          <a:stretch/>
        </p:blipFill>
        <p:spPr bwMode="auto">
          <a:xfrm>
            <a:off x="1635263" y="2080019"/>
            <a:ext cx="1146262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A98C37-305E-4E60-C025-2E5ED2793970}"/>
              </a:ext>
            </a:extLst>
          </p:cNvPr>
          <p:cNvSpPr txBox="1"/>
          <p:nvPr/>
        </p:nvSpPr>
        <p:spPr>
          <a:xfrm>
            <a:off x="697404" y="1530579"/>
            <a:ext cx="30219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Disease analogy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763FF7-42EA-F555-8475-5264873A3AF5}"/>
              </a:ext>
            </a:extLst>
          </p:cNvPr>
          <p:cNvSpPr txBox="1"/>
          <p:nvPr/>
        </p:nvSpPr>
        <p:spPr>
          <a:xfrm>
            <a:off x="8753846" y="1532638"/>
            <a:ext cx="30652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Flocking analogy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733F9B-4DFD-68CD-D120-BA92EA67F7DE}"/>
              </a:ext>
            </a:extLst>
          </p:cNvPr>
          <p:cNvSpPr txBox="1"/>
          <p:nvPr/>
        </p:nvSpPr>
        <p:spPr>
          <a:xfrm>
            <a:off x="4453500" y="1530621"/>
            <a:ext cx="3385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Psychological data</a:t>
            </a:r>
          </a:p>
        </p:txBody>
      </p:sp>
      <p:pic>
        <p:nvPicPr>
          <p:cNvPr id="32" name="Picture 31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95CB5576-4329-E7BB-89AA-528B9107B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296" y="2290225"/>
            <a:ext cx="1487405" cy="180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DF4FA402-4602-F977-D051-BB8036BFC066}"/>
              </a:ext>
            </a:extLst>
          </p:cNvPr>
          <p:cNvSpPr/>
          <p:nvPr/>
        </p:nvSpPr>
        <p:spPr>
          <a:xfrm rot="1200000">
            <a:off x="3561327" y="2577136"/>
            <a:ext cx="942075" cy="373691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70222D63-D19E-D267-DDFD-A3E54D081067}"/>
              </a:ext>
            </a:extLst>
          </p:cNvPr>
          <p:cNvSpPr/>
          <p:nvPr/>
        </p:nvSpPr>
        <p:spPr>
          <a:xfrm rot="9600000">
            <a:off x="7897668" y="2574850"/>
            <a:ext cx="1004994" cy="373691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90DCB3-216F-11EC-4FD4-1353774B8EE1}"/>
              </a:ext>
            </a:extLst>
          </p:cNvPr>
          <p:cNvSpPr txBox="1"/>
          <p:nvPr/>
        </p:nvSpPr>
        <p:spPr>
          <a:xfrm>
            <a:off x="4749992" y="4768211"/>
            <a:ext cx="2692015" cy="147732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NL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No conclusive evidence for single cause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B5D9A3-AD65-52F9-4C20-11A4070F25F3}"/>
              </a:ext>
            </a:extLst>
          </p:cNvPr>
          <p:cNvGrpSpPr>
            <a:grpSpLocks noChangeAspect="1"/>
          </p:cNvGrpSpPr>
          <p:nvPr/>
        </p:nvGrpSpPr>
        <p:grpSpPr>
          <a:xfrm>
            <a:off x="9087462" y="4125363"/>
            <a:ext cx="1849982" cy="1491176"/>
            <a:chOff x="8118476" y="2947881"/>
            <a:chExt cx="1614480" cy="130207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0D5118-6E9D-F0EA-A15A-6C34E239186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118476" y="2947881"/>
              <a:ext cx="1614480" cy="1302072"/>
              <a:chOff x="1380010" y="2377136"/>
              <a:chExt cx="2070187" cy="166959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408C44A-6BB9-3AED-C14B-142D9AE284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80010" y="3243864"/>
                <a:ext cx="553938" cy="5539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sz="1400">
                    <a:solidFill>
                      <a:schemeClr val="accent1">
                        <a:lumMod val="50000"/>
                      </a:schemeClr>
                    </a:solidFill>
                  </a:rPr>
                  <a:t>X</a:t>
                </a:r>
                <a:r>
                  <a:rPr lang="en-NL" sz="1400" baseline="-25000">
                    <a:solidFill>
                      <a:schemeClr val="accent1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361C9E5-9C43-3ED1-7EF7-E2E78CA7FD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7992" y="2377136"/>
                <a:ext cx="553936" cy="5539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sz="1400">
                    <a:solidFill>
                      <a:schemeClr val="accent1">
                        <a:lumMod val="50000"/>
                      </a:schemeClr>
                    </a:solidFill>
                  </a:rPr>
                  <a:t>X</a:t>
                </a:r>
                <a:r>
                  <a:rPr lang="en-NL" sz="1400" baseline="-25000">
                    <a:solidFill>
                      <a:schemeClr val="accent1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85A997F-15DF-0119-D413-DDE3A4DB41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96261" y="3492794"/>
                <a:ext cx="553936" cy="5539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sz="1400">
                    <a:solidFill>
                      <a:schemeClr val="accent1">
                        <a:lumMod val="50000"/>
                      </a:schemeClr>
                    </a:solidFill>
                  </a:rPr>
                  <a:t>X</a:t>
                </a:r>
                <a:r>
                  <a:rPr lang="en-NL" sz="1400" baseline="-25000">
                    <a:solidFill>
                      <a:schemeClr val="accent1">
                        <a:lumMod val="50000"/>
                      </a:schemeClr>
                    </a:solidFill>
                  </a:rPr>
                  <a:t>3</a:t>
                </a: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44DE730-6405-21A4-AC1E-7A72492384F3}"/>
                </a:ext>
              </a:extLst>
            </p:cNvPr>
            <p:cNvCxnSpPr>
              <a:cxnSpLocks/>
            </p:cNvCxnSpPr>
            <p:nvPr/>
          </p:nvCxnSpPr>
          <p:spPr>
            <a:xfrm>
              <a:off x="9154165" y="3209441"/>
              <a:ext cx="362792" cy="56095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65784-281E-B3DA-4AF0-25DACC6E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1071" y="3819110"/>
              <a:ext cx="681391" cy="210681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F645F34-B616-47C0-B5DA-14427D2B5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074" y="3163881"/>
              <a:ext cx="297998" cy="41205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A34A75-802C-7C0B-C77C-249A038C2657}"/>
              </a:ext>
            </a:extLst>
          </p:cNvPr>
          <p:cNvGrpSpPr>
            <a:grpSpLocks noChangeAspect="1"/>
          </p:cNvGrpSpPr>
          <p:nvPr/>
        </p:nvGrpSpPr>
        <p:grpSpPr>
          <a:xfrm>
            <a:off x="1254556" y="3916682"/>
            <a:ext cx="1391643" cy="1590193"/>
            <a:chOff x="212765" y="2183309"/>
            <a:chExt cx="2855889" cy="326333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C104D5B-4F14-A212-0FB7-E903F4D7EC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2765" y="3328977"/>
              <a:ext cx="1044000" cy="10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tx1"/>
                  </a:solidFill>
                </a:rPr>
                <a:t>θ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B8CC71B-124A-C46A-07EB-77CD841791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2183309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6428363-D253-1159-F34B-3C5EA7D013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3328977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F635E50-F941-83D9-1971-D2D2043414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6654" y="4474645"/>
              <a:ext cx="972000" cy="9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sz="1400">
                  <a:solidFill>
                    <a:schemeClr val="accent1">
                      <a:lumMod val="50000"/>
                    </a:schemeClr>
                  </a:solidFill>
                </a:rPr>
                <a:t>X</a:t>
              </a:r>
              <a:r>
                <a:rPr lang="en-NL" sz="1400" baseline="-2500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CB21288-B6C1-2811-C13A-27EEA29CDD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6765" y="2764971"/>
              <a:ext cx="757092" cy="753991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4BF1F66-89F3-735F-A013-30C768C97E69}"/>
                </a:ext>
              </a:extLst>
            </p:cNvPr>
            <p:cNvCxnSpPr>
              <a:cxnSpLocks/>
            </p:cNvCxnSpPr>
            <p:nvPr/>
          </p:nvCxnSpPr>
          <p:spPr>
            <a:xfrm>
              <a:off x="1326688" y="3834660"/>
              <a:ext cx="610969" cy="16317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4A90DC8-F6DB-BFDB-4869-D5636A8F60CB}"/>
                </a:ext>
              </a:extLst>
            </p:cNvPr>
            <p:cNvCxnSpPr>
              <a:cxnSpLocks/>
            </p:cNvCxnSpPr>
            <p:nvPr/>
          </p:nvCxnSpPr>
          <p:spPr>
            <a:xfrm>
              <a:off x="1242911" y="4224367"/>
              <a:ext cx="715866" cy="747026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AE500-F23F-7557-CC7A-A5A5FA5B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151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F49E-E73F-3F64-C075-9DEBF32F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65FF019-5749-66DC-A8E7-8F42A901B7B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AUD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899B97-94C6-8406-845F-D8E6ED8B018B}"/>
              </a:ext>
            </a:extLst>
          </p:cNvPr>
          <p:cNvGrpSpPr/>
          <p:nvPr/>
        </p:nvGrpSpPr>
        <p:grpSpPr>
          <a:xfrm>
            <a:off x="909371" y="1498086"/>
            <a:ext cx="2266069" cy="1800000"/>
            <a:chOff x="3829931" y="2797638"/>
            <a:chExt cx="2266069" cy="1800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18709E-01A9-1236-1484-4F651F2D58F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29931" y="2797638"/>
              <a:ext cx="2266069" cy="1800000"/>
              <a:chOff x="4019234" y="4370733"/>
              <a:chExt cx="2105561" cy="167250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06E2B7E-3EE1-A6F0-EE8B-C8971F2BAE8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48774" y="4397838"/>
                <a:ext cx="2047226" cy="1620000"/>
                <a:chOff x="5893200" y="2222499"/>
                <a:chExt cx="1558800" cy="1233501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434FB9EB-73C0-7955-A274-32D7BCB7E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6000" y="3240000"/>
                  <a:ext cx="1140000" cy="0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842E153-12AA-FE7C-3215-AAE7B59D03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9200" y="2438499"/>
                  <a:ext cx="571100" cy="801500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A50D587-CE7D-C5EF-783E-2A75C50548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80300" y="2438499"/>
                  <a:ext cx="555700" cy="801501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99A07C3B-E428-2CA3-CBC5-DF32F7DE13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64300" y="2222499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1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A0276406-6454-91E9-7B98-C6FF12A321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93200" y="3024000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2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2DFC8192-4075-C035-B186-9A0FC2BCF8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0000" y="3024000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3</a:t>
                  </a:r>
                </a:p>
              </p:txBody>
            </p:sp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7B4D4BD-6391-BCD1-164A-17CA610042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6811" y="4370733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X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43D11E1-CCD2-A06A-6438-A4038ECB44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3418" y="5428156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Z</a:t>
                </a:r>
                <a:endParaRPr lang="en-NL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BAE3111-E5C8-329B-5BB1-38BD212E36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19234" y="5431236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Y</a:t>
                </a:r>
                <a:endParaRPr lang="en-NL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5F6B844-976D-8FF9-2964-434CE6226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3231581">
              <a:off x="5241539" y="3499716"/>
              <a:ext cx="531818" cy="180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380A31-05C9-514E-C8D0-E5C708EBE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3358" y="4040726"/>
              <a:ext cx="515455" cy="18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042AAD-415B-115B-8A77-6B4AC342D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8269368">
              <a:off x="4184651" y="3494408"/>
              <a:ext cx="548182" cy="180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7C3C77C-2815-F175-D716-CE0BF41BC49B}"/>
              </a:ext>
            </a:extLst>
          </p:cNvPr>
          <p:cNvGrpSpPr>
            <a:grpSpLocks noChangeAspect="1"/>
          </p:cNvGrpSpPr>
          <p:nvPr/>
        </p:nvGrpSpPr>
        <p:grpSpPr>
          <a:xfrm>
            <a:off x="134471" y="1133865"/>
            <a:ext cx="5272127" cy="3960000"/>
            <a:chOff x="134470" y="1133865"/>
            <a:chExt cx="6985000" cy="52465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78702D0-6E37-9487-E622-E18DDC4EE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EB902E9-3103-B8F8-0E6C-81552B001843}"/>
                </a:ext>
              </a:extLst>
            </p:cNvPr>
            <p:cNvGrpSpPr/>
            <p:nvPr/>
          </p:nvGrpSpPr>
          <p:grpSpPr>
            <a:xfrm>
              <a:off x="395872" y="1133865"/>
              <a:ext cx="6502877" cy="5144838"/>
              <a:chOff x="4861822" y="1197653"/>
              <a:chExt cx="6502877" cy="514483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A4B2F8-8A9B-2481-01E9-97FF9409FF00}"/>
                  </a:ext>
                </a:extLst>
              </p:cNvPr>
              <p:cNvGrpSpPr/>
              <p:nvPr/>
            </p:nvGrpSpPr>
            <p:grpSpPr>
              <a:xfrm>
                <a:off x="6631404" y="1197653"/>
                <a:ext cx="1236309" cy="1116000"/>
                <a:chOff x="5129613" y="1008542"/>
                <a:chExt cx="1236309" cy="111600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56C598A0-A160-B5FA-F5E4-8DCCA20BB1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67FAB0E-4AC3-2CA5-2242-1D4F369409D0}"/>
                    </a:ext>
                  </a:extLst>
                </p:cNvPr>
                <p:cNvSpPr txBox="1"/>
                <p:nvPr/>
              </p:nvSpPr>
              <p:spPr>
                <a:xfrm>
                  <a:off x="5129613" y="1246023"/>
                  <a:ext cx="123630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A3A9C43-E775-BF43-61AD-C79F3757D123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51" cy="1116000"/>
                <a:chOff x="5077942" y="1110142"/>
                <a:chExt cx="1187251" cy="111600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FA77C8E-81C9-D2FD-28C3-57E42DD390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E5C80E-D4C1-91D0-5D66-6E87AA5DAD42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51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54CD771-4175-5FFD-3121-E69D9054CC9F}"/>
                  </a:ext>
                </a:extLst>
              </p:cNvPr>
              <p:cNvGrpSpPr/>
              <p:nvPr/>
            </p:nvGrpSpPr>
            <p:grpSpPr>
              <a:xfrm>
                <a:off x="5587263" y="5226491"/>
                <a:ext cx="1322749" cy="1116000"/>
                <a:chOff x="5099093" y="1160942"/>
                <a:chExt cx="1322749" cy="1116000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711DAA2-59EC-F176-E988-61B4BA5109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A9CCB5-6DB6-C000-C8D3-7C685425B6FD}"/>
                    </a:ext>
                  </a:extLst>
                </p:cNvPr>
                <p:cNvSpPr txBox="1"/>
                <p:nvPr/>
              </p:nvSpPr>
              <p:spPr>
                <a:xfrm>
                  <a:off x="5099093" y="1436524"/>
                  <a:ext cx="132274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E07DEE6-5EB9-6295-5826-4874A0768713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8FB68F9-1A2C-9F73-C1FA-F78498CA3D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80714E2-F81D-8853-DD0A-CE19C87C64BF}"/>
                    </a:ext>
                  </a:extLst>
                </p:cNvPr>
                <p:cNvSpPr txBox="1"/>
                <p:nvPr/>
              </p:nvSpPr>
              <p:spPr>
                <a:xfrm>
                  <a:off x="5327170" y="1373022"/>
                  <a:ext cx="815797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E36281-C18F-22F4-87E8-907AF7869AEE}"/>
                  </a:ext>
                </a:extLst>
              </p:cNvPr>
              <p:cNvGrpSpPr/>
              <p:nvPr/>
            </p:nvGrpSpPr>
            <p:grpSpPr>
              <a:xfrm>
                <a:off x="10208922" y="3947644"/>
                <a:ext cx="1155777" cy="1116000"/>
                <a:chOff x="5182582" y="1186342"/>
                <a:chExt cx="1155777" cy="111600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CF5170D-0AC9-37B2-66CB-30CC7770E5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863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0BC9D28-F29D-D5DC-AE93-24F629EFF46F}"/>
                    </a:ext>
                  </a:extLst>
                </p:cNvPr>
                <p:cNvSpPr txBox="1"/>
                <p:nvPr/>
              </p:nvSpPr>
              <p:spPr>
                <a:xfrm>
                  <a:off x="5182582" y="1576223"/>
                  <a:ext cx="1155777" cy="387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8A77888-3502-4755-7002-AC73B5821531}"/>
                  </a:ext>
                </a:extLst>
              </p:cNvPr>
              <p:cNvGrpSpPr/>
              <p:nvPr/>
            </p:nvGrpSpPr>
            <p:grpSpPr>
              <a:xfrm>
                <a:off x="8281093" y="5115471"/>
                <a:ext cx="1114885" cy="1116000"/>
                <a:chOff x="5171335" y="1062622"/>
                <a:chExt cx="1114885" cy="111600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D4C9DB12-111C-7FA3-5FCE-0D84CD6633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626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CA3EC0A-B145-57A8-3472-FC21DD358706}"/>
                    </a:ext>
                  </a:extLst>
                </p:cNvPr>
                <p:cNvSpPr txBox="1"/>
                <p:nvPr/>
              </p:nvSpPr>
              <p:spPr>
                <a:xfrm>
                  <a:off x="5271103" y="1284536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7215EE4-9C12-01E2-1A5A-FAF286FC14CB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Luigjes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K., Marsman, M.,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Goudriaan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A., &amp; van Holst, R. (2021). 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Modeling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 alcohol use disorder as a set of interconnected symptoms –assessing differences between clinical and population samples and across external factors.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Addictive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125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5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76C5-ACBE-35D7-4900-9E1253A6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B3040C-FE01-5CC0-5AAA-5AB52D5F885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AUD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9B6940-FADB-EAED-EC4D-D4E91B971E39}"/>
              </a:ext>
            </a:extLst>
          </p:cNvPr>
          <p:cNvGrpSpPr/>
          <p:nvPr/>
        </p:nvGrpSpPr>
        <p:grpSpPr>
          <a:xfrm>
            <a:off x="909371" y="1498086"/>
            <a:ext cx="2266069" cy="1800000"/>
            <a:chOff x="3829931" y="2797638"/>
            <a:chExt cx="2266069" cy="1800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92D8C68-A403-6825-7C98-D4877391FB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29931" y="2797638"/>
              <a:ext cx="2266069" cy="1800000"/>
              <a:chOff x="4019234" y="4370733"/>
              <a:chExt cx="2105561" cy="167250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DC1F3FD-8CA3-CD84-6E71-E460399E49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48774" y="4397838"/>
                <a:ext cx="2047226" cy="1620000"/>
                <a:chOff x="5893200" y="2222499"/>
                <a:chExt cx="1558800" cy="1233501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C6C4700-211F-7460-E9BF-9EA8E1DC15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6000" y="3240000"/>
                  <a:ext cx="1140000" cy="0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763367E-317C-C483-72BE-41E92F4FFC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9200" y="2438499"/>
                  <a:ext cx="571100" cy="801500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D64AFD7-6C34-043B-3ADA-E7A11BA821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80300" y="2438499"/>
                  <a:ext cx="555700" cy="801501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C85ECA57-F243-BEF7-B2E1-C04849F31E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64300" y="2222499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1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068A30FC-17BF-B708-656F-658F8FC82E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93200" y="3024000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2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F5BF3F3-8E71-2D2E-3FD3-A9C5847442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0000" y="3024000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3</a:t>
                  </a:r>
                </a:p>
              </p:txBody>
            </p:sp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628C55E-7DDD-AE94-FF19-646C31F634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6811" y="4370733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X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3DC60D3-BC12-5335-4180-B62E6DC68A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3418" y="5428156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Z</a:t>
                </a:r>
                <a:endParaRPr lang="en-NL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0778B36-2531-5B1C-4CA9-30602CEEFE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19234" y="5431236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Y</a:t>
                </a:r>
                <a:endParaRPr lang="en-NL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E9C9253-AEF2-6FBD-FE54-7D9DF61F7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3231581">
              <a:off x="5241539" y="3499716"/>
              <a:ext cx="531818" cy="180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05494BF-19AB-6827-D6E9-43187C7D6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3358" y="4040726"/>
              <a:ext cx="515455" cy="18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8AB5B5-C6ED-F248-7728-FDEA6F4CE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8269368">
              <a:off x="4184651" y="3494408"/>
              <a:ext cx="548182" cy="180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51896D1-D1B3-D685-7114-DAA106AC110C}"/>
              </a:ext>
            </a:extLst>
          </p:cNvPr>
          <p:cNvGrpSpPr>
            <a:grpSpLocks noChangeAspect="1"/>
          </p:cNvGrpSpPr>
          <p:nvPr/>
        </p:nvGrpSpPr>
        <p:grpSpPr>
          <a:xfrm>
            <a:off x="134471" y="1133865"/>
            <a:ext cx="5272127" cy="3960000"/>
            <a:chOff x="134470" y="1133865"/>
            <a:chExt cx="6985000" cy="52465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E5E99C-6190-60BC-11B8-9755FC2E0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0F097A9-8CBA-5763-9CBB-6B80912FA139}"/>
                </a:ext>
              </a:extLst>
            </p:cNvPr>
            <p:cNvGrpSpPr/>
            <p:nvPr/>
          </p:nvGrpSpPr>
          <p:grpSpPr>
            <a:xfrm>
              <a:off x="395872" y="1133865"/>
              <a:ext cx="6502877" cy="5144838"/>
              <a:chOff x="4861822" y="1197653"/>
              <a:chExt cx="6502877" cy="514483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59FB42B-A60B-9E2B-4D4E-1EA9EAEB0F9F}"/>
                  </a:ext>
                </a:extLst>
              </p:cNvPr>
              <p:cNvGrpSpPr/>
              <p:nvPr/>
            </p:nvGrpSpPr>
            <p:grpSpPr>
              <a:xfrm>
                <a:off x="6631404" y="1197653"/>
                <a:ext cx="1236309" cy="1116000"/>
                <a:chOff x="5129613" y="1008542"/>
                <a:chExt cx="1236309" cy="111600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6292CE19-8B89-04CF-D2E1-3BC8DC2669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1AA9FCD-E758-D346-2D60-A422ECCA6891}"/>
                    </a:ext>
                  </a:extLst>
                </p:cNvPr>
                <p:cNvSpPr txBox="1"/>
                <p:nvPr/>
              </p:nvSpPr>
              <p:spPr>
                <a:xfrm>
                  <a:off x="5129613" y="1246023"/>
                  <a:ext cx="123630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5A27E72-3E9E-8DF7-AC2D-ACBC01B82173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51" cy="1116000"/>
                <a:chOff x="5077942" y="1110142"/>
                <a:chExt cx="1187251" cy="111600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0BB267D1-CDAC-D65D-446B-AF2978D903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93A773E-1243-A9AF-C6D9-09ED880B4192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51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F0AA68E-F8B2-7004-5D78-44B8DC35B094}"/>
                  </a:ext>
                </a:extLst>
              </p:cNvPr>
              <p:cNvGrpSpPr/>
              <p:nvPr/>
            </p:nvGrpSpPr>
            <p:grpSpPr>
              <a:xfrm>
                <a:off x="5587263" y="5226491"/>
                <a:ext cx="1322749" cy="1116000"/>
                <a:chOff x="5099093" y="1160942"/>
                <a:chExt cx="1322749" cy="1116000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B671AB5E-F373-74BB-09DD-2D61A0EE1E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FC03B80-1526-FE61-A1D8-7C6A729EBCE8}"/>
                    </a:ext>
                  </a:extLst>
                </p:cNvPr>
                <p:cNvSpPr txBox="1"/>
                <p:nvPr/>
              </p:nvSpPr>
              <p:spPr>
                <a:xfrm>
                  <a:off x="5099093" y="1436524"/>
                  <a:ext cx="132274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FBA9681-1172-964A-5D54-30BED95E54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4F05E7B-1307-F91F-B63A-FAED6E25BB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4350FA3-0D85-514C-ACFF-F8894D05A749}"/>
                    </a:ext>
                  </a:extLst>
                </p:cNvPr>
                <p:cNvSpPr txBox="1"/>
                <p:nvPr/>
              </p:nvSpPr>
              <p:spPr>
                <a:xfrm>
                  <a:off x="5327170" y="1373022"/>
                  <a:ext cx="815797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98BB25B-46BA-CF8D-8EF0-18C3D0065C7A}"/>
                  </a:ext>
                </a:extLst>
              </p:cNvPr>
              <p:cNvGrpSpPr/>
              <p:nvPr/>
            </p:nvGrpSpPr>
            <p:grpSpPr>
              <a:xfrm>
                <a:off x="10208922" y="3947644"/>
                <a:ext cx="1155777" cy="1116000"/>
                <a:chOff x="5182582" y="1186342"/>
                <a:chExt cx="1155777" cy="111600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53CA4C7-B570-2C48-65AA-1E13603AAB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863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E09441F-5BE0-205D-3E05-56DB2BB2684E}"/>
                    </a:ext>
                  </a:extLst>
                </p:cNvPr>
                <p:cNvSpPr txBox="1"/>
                <p:nvPr/>
              </p:nvSpPr>
              <p:spPr>
                <a:xfrm>
                  <a:off x="5182582" y="1576223"/>
                  <a:ext cx="1155777" cy="387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3857B70-3EC4-E598-36AE-C0D6F2C7639F}"/>
                  </a:ext>
                </a:extLst>
              </p:cNvPr>
              <p:cNvGrpSpPr/>
              <p:nvPr/>
            </p:nvGrpSpPr>
            <p:grpSpPr>
              <a:xfrm>
                <a:off x="8281093" y="5115471"/>
                <a:ext cx="1114885" cy="1116000"/>
                <a:chOff x="5171335" y="1062622"/>
                <a:chExt cx="1114885" cy="111600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7E0C1B50-47EB-80FB-2163-1F1B652CDB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626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DAF3611-A01D-905C-22E4-CE65F608D27D}"/>
                    </a:ext>
                  </a:extLst>
                </p:cNvPr>
                <p:cNvSpPr txBox="1"/>
                <p:nvPr/>
              </p:nvSpPr>
              <p:spPr>
                <a:xfrm>
                  <a:off x="5271103" y="1284536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76D1A34-8AC1-096A-0C8D-49618BAAD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2734" y="1841195"/>
            <a:ext cx="2376944" cy="178270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7F6A6C5-B7BF-A855-E07E-44F0F0585829}"/>
              </a:ext>
            </a:extLst>
          </p:cNvPr>
          <p:cNvCxnSpPr>
            <a:cxnSpLocks/>
          </p:cNvCxnSpPr>
          <p:nvPr/>
        </p:nvCxnSpPr>
        <p:spPr>
          <a:xfrm flipH="1">
            <a:off x="6458542" y="3708965"/>
            <a:ext cx="2016655" cy="0"/>
          </a:xfrm>
          <a:prstGeom prst="line">
            <a:avLst/>
          </a:prstGeom>
          <a:ln w="508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4597798-D28D-A2DA-A113-4ADF556F11D3}"/>
              </a:ext>
            </a:extLst>
          </p:cNvPr>
          <p:cNvSpPr txBox="1"/>
          <p:nvPr/>
        </p:nvSpPr>
        <p:spPr>
          <a:xfrm>
            <a:off x="6112042" y="3860119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symptom severity</a:t>
            </a:r>
          </a:p>
        </p:txBody>
      </p:sp>
      <p:sp>
        <p:nvSpPr>
          <p:cNvPr id="46" name="Doughnut 45">
            <a:extLst>
              <a:ext uri="{FF2B5EF4-FFF2-40B4-BE49-F238E27FC236}">
                <a16:creationId xmlns:a16="http://schemas.microsoft.com/office/drawing/2014/main" id="{B72E54F4-2EA6-B776-F378-7F42DC93A31A}"/>
              </a:ext>
            </a:extLst>
          </p:cNvPr>
          <p:cNvSpPr/>
          <p:nvPr/>
        </p:nvSpPr>
        <p:spPr>
          <a:xfrm>
            <a:off x="4268859" y="3091249"/>
            <a:ext cx="1080000" cy="1080000"/>
          </a:xfrm>
          <a:prstGeom prst="donut">
            <a:avLst>
              <a:gd name="adj" fmla="val 608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641D63-2F74-B2A0-DE2D-8F670D3FD0C6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Luigjes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K., Marsman, M.,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Goudriaan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A., &amp; van Holst, R. (2021). 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Modeling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 alcohol use disorder as a set of interconnected symptoms –assessing differences between clinical and population samples and across external factors.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Addictive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125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6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E494-AC28-CF78-9C1A-5587984D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AEFECE8-44AE-6042-7CAE-BB12AF246B8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AUD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8A84EC-F2F4-FE12-91D1-9B53D5590DF9}"/>
              </a:ext>
            </a:extLst>
          </p:cNvPr>
          <p:cNvGrpSpPr/>
          <p:nvPr/>
        </p:nvGrpSpPr>
        <p:grpSpPr>
          <a:xfrm>
            <a:off x="909371" y="1498086"/>
            <a:ext cx="2266069" cy="1800000"/>
            <a:chOff x="3829931" y="2797638"/>
            <a:chExt cx="2266069" cy="1800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3F58C2D-2C6F-15A8-D4BB-3FBDAF3B044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29931" y="2797638"/>
              <a:ext cx="2266069" cy="1800000"/>
              <a:chOff x="4019234" y="4370733"/>
              <a:chExt cx="2105561" cy="167250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0A3CCE0-9043-6337-5B40-B6BA619D923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48774" y="4397838"/>
                <a:ext cx="2047226" cy="1620000"/>
                <a:chOff x="5893200" y="2222499"/>
                <a:chExt cx="1558800" cy="1233501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E28D091-C1F0-D4D4-055C-C183005599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6000" y="3240000"/>
                  <a:ext cx="1140000" cy="0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A4AAA3E-783D-608F-9661-A6F75101D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9200" y="2438499"/>
                  <a:ext cx="571100" cy="801500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34C616F-8708-3EEB-15CD-3A9A8F9F5E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80300" y="2438499"/>
                  <a:ext cx="555700" cy="801501"/>
                </a:xfrm>
                <a:prstGeom prst="line">
                  <a:avLst/>
                </a:prstGeom>
                <a:ln w="34925">
                  <a:solidFill>
                    <a:srgbClr val="6397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895F44B8-3DDF-3289-BF0E-2AB91D2B48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64300" y="2222499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1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95BBC9E-C305-4858-2222-76803CA8E0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93200" y="3024000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2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4145EEC-D10C-E0F1-3982-263877A7EA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0000" y="3024000"/>
                  <a:ext cx="432000" cy="432000"/>
                </a:xfrm>
                <a:prstGeom prst="ellipse">
                  <a:avLst/>
                </a:prstGeom>
                <a:solidFill>
                  <a:srgbClr val="F0AD0F"/>
                </a:solidFill>
                <a:ln w="254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3</a:t>
                  </a:r>
                </a:p>
              </p:txBody>
            </p:sp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B964439-4553-58B4-8381-39C3045F98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6811" y="4370733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X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AF46EBC-2920-4A34-B197-09C954FF79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13418" y="5428156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Z</a:t>
                </a:r>
                <a:endParaRPr lang="en-NL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9A5819B-18B7-82CC-1805-A2938FEB16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19234" y="5431236"/>
                <a:ext cx="611377" cy="612000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L" dirty="0">
                    <a:solidFill>
                      <a:srgbClr val="1F3764"/>
                    </a:solidFill>
                  </a:rPr>
                  <a:t>Y</a:t>
                </a:r>
                <a:endParaRPr lang="en-NL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B389C5C-DE10-0BAF-5010-EA0B66621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3231581">
              <a:off x="5241539" y="3499716"/>
              <a:ext cx="531818" cy="180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3AA7B72-1A37-3A04-920B-397F814B6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3358" y="4040726"/>
              <a:ext cx="515455" cy="18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19B502-CC03-31CF-66F9-2786C6156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8269368">
              <a:off x="4184651" y="3494408"/>
              <a:ext cx="548182" cy="180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7659168-A283-E4BC-EAA9-1E9DF2045E82}"/>
              </a:ext>
            </a:extLst>
          </p:cNvPr>
          <p:cNvGrpSpPr>
            <a:grpSpLocks noChangeAspect="1"/>
          </p:cNvGrpSpPr>
          <p:nvPr/>
        </p:nvGrpSpPr>
        <p:grpSpPr>
          <a:xfrm>
            <a:off x="134471" y="1133865"/>
            <a:ext cx="5272127" cy="3960000"/>
            <a:chOff x="134470" y="1133865"/>
            <a:chExt cx="6985000" cy="52465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19CA916-EBBD-F4B5-5619-6E6AA97D6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D901AB-DBDC-83DC-7A5D-AFB654822F4A}"/>
                </a:ext>
              </a:extLst>
            </p:cNvPr>
            <p:cNvGrpSpPr/>
            <p:nvPr/>
          </p:nvGrpSpPr>
          <p:grpSpPr>
            <a:xfrm>
              <a:off x="395872" y="1133865"/>
              <a:ext cx="6502877" cy="5144838"/>
              <a:chOff x="4861822" y="1197653"/>
              <a:chExt cx="6502877" cy="514483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E6A3FCF-8AEA-AE0E-4055-46FA6082F167}"/>
                  </a:ext>
                </a:extLst>
              </p:cNvPr>
              <p:cNvGrpSpPr/>
              <p:nvPr/>
            </p:nvGrpSpPr>
            <p:grpSpPr>
              <a:xfrm>
                <a:off x="6631404" y="1197653"/>
                <a:ext cx="1236309" cy="1116000"/>
                <a:chOff x="5129613" y="1008542"/>
                <a:chExt cx="1236309" cy="111600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74201BBB-84FF-0460-A1D6-B90A0A36E58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9BAAEB8-0689-B52B-1EBB-D9AD601F8929}"/>
                    </a:ext>
                  </a:extLst>
                </p:cNvPr>
                <p:cNvSpPr txBox="1"/>
                <p:nvPr/>
              </p:nvSpPr>
              <p:spPr>
                <a:xfrm>
                  <a:off x="5129613" y="1246023"/>
                  <a:ext cx="123630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B492F9B-79E0-F326-10A8-F636AA112925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51" cy="1116000"/>
                <a:chOff x="5077942" y="1110142"/>
                <a:chExt cx="1187251" cy="111600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9599D5E-5765-485F-7B40-99E859C414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0A6C944-9433-DC9D-94E7-80E82623087B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51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9AFB7DC-03C1-2E31-3010-DD7D9553FE54}"/>
                  </a:ext>
                </a:extLst>
              </p:cNvPr>
              <p:cNvGrpSpPr/>
              <p:nvPr/>
            </p:nvGrpSpPr>
            <p:grpSpPr>
              <a:xfrm>
                <a:off x="5587263" y="5226491"/>
                <a:ext cx="1322749" cy="1116000"/>
                <a:chOff x="5099093" y="1160942"/>
                <a:chExt cx="1322749" cy="1116000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DF03BABD-4104-20DC-9480-93232DA652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9097DB9-728F-9B68-D171-D83C02FEC95D}"/>
                    </a:ext>
                  </a:extLst>
                </p:cNvPr>
                <p:cNvSpPr txBox="1"/>
                <p:nvPr/>
              </p:nvSpPr>
              <p:spPr>
                <a:xfrm>
                  <a:off x="5099093" y="1436524"/>
                  <a:ext cx="132274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6E12B78-FEBE-7132-A9E8-EE4C56D7964A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72566BC5-3489-C8BD-ED5C-FD4545D8279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606F61C-447B-8380-1E44-25A97265E768}"/>
                    </a:ext>
                  </a:extLst>
                </p:cNvPr>
                <p:cNvSpPr txBox="1"/>
                <p:nvPr/>
              </p:nvSpPr>
              <p:spPr>
                <a:xfrm>
                  <a:off x="5327170" y="1373022"/>
                  <a:ext cx="815797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702EC96-168C-311E-7E8E-3B8D1AA111BE}"/>
                  </a:ext>
                </a:extLst>
              </p:cNvPr>
              <p:cNvGrpSpPr/>
              <p:nvPr/>
            </p:nvGrpSpPr>
            <p:grpSpPr>
              <a:xfrm>
                <a:off x="10208922" y="3947644"/>
                <a:ext cx="1155777" cy="1116000"/>
                <a:chOff x="5182582" y="1186342"/>
                <a:chExt cx="1155777" cy="111600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D111D384-3E6B-DD25-532E-5C838BC37B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863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1B8457-F127-EF01-0830-B679AE4EA29D}"/>
                    </a:ext>
                  </a:extLst>
                </p:cNvPr>
                <p:cNvSpPr txBox="1"/>
                <p:nvPr/>
              </p:nvSpPr>
              <p:spPr>
                <a:xfrm>
                  <a:off x="5182582" y="1576223"/>
                  <a:ext cx="1155777" cy="387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53FB84A-A558-5FA5-CB6D-035B60FA502A}"/>
                  </a:ext>
                </a:extLst>
              </p:cNvPr>
              <p:cNvGrpSpPr/>
              <p:nvPr/>
            </p:nvGrpSpPr>
            <p:grpSpPr>
              <a:xfrm>
                <a:off x="8281093" y="5115471"/>
                <a:ext cx="1114885" cy="1116000"/>
                <a:chOff x="5171335" y="1062622"/>
                <a:chExt cx="1114885" cy="111600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F9893C98-3ABB-7F84-9CDF-F69EBE0849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626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BC6A7B3-7D42-84DB-B2CC-873065AD5FC0}"/>
                    </a:ext>
                  </a:extLst>
                </p:cNvPr>
                <p:cNvSpPr txBox="1"/>
                <p:nvPr/>
              </p:nvSpPr>
              <p:spPr>
                <a:xfrm>
                  <a:off x="5271103" y="1284536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A9FC5F5-C852-116B-EDA4-168BB920E755}"/>
              </a:ext>
            </a:extLst>
          </p:cNvPr>
          <p:cNvSpPr txBox="1"/>
          <p:nvPr/>
        </p:nvSpPr>
        <p:spPr>
          <a:xfrm>
            <a:off x="6356505" y="3943915"/>
            <a:ext cx="265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partial association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E4D8A61-D227-7585-15C7-32DF5E555D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781" y="1269259"/>
            <a:ext cx="3685513" cy="2465025"/>
          </a:xfrm>
          <a:prstGeom prst="rect">
            <a:avLst/>
          </a:prstGeom>
        </p:spPr>
      </p:pic>
      <p:sp>
        <p:nvSpPr>
          <p:cNvPr id="42" name="Frame 41">
            <a:extLst>
              <a:ext uri="{FF2B5EF4-FFF2-40B4-BE49-F238E27FC236}">
                <a16:creationId xmlns:a16="http://schemas.microsoft.com/office/drawing/2014/main" id="{AB0DF399-9F42-D132-A688-76D048C5D2B8}"/>
              </a:ext>
            </a:extLst>
          </p:cNvPr>
          <p:cNvSpPr/>
          <p:nvPr/>
        </p:nvSpPr>
        <p:spPr>
          <a:xfrm rot="3285443">
            <a:off x="3772941" y="2759891"/>
            <a:ext cx="1092348" cy="412307"/>
          </a:xfrm>
          <a:prstGeom prst="frame">
            <a:avLst>
              <a:gd name="adj1" fmla="val 147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C2721A-8B1C-C1C9-C26D-499F2B0752C5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Luigjes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K., Marsman, M.,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Goudriaan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A., &amp; van Holst, R. (2021). 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Modeling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 alcohol use disorder as a set of interconnected symptoms –assessing differences between clinical and population samples and across external factors.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Addictive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125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196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D209-EE3F-73AC-1F4F-18C659D2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19A0E9-393D-32CA-E2B7-86E4A70F155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MDD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 descr="A diagram of a network of thoughts&#10;&#10;AI-generated content may be incorrect.">
            <a:extLst>
              <a:ext uri="{FF2B5EF4-FFF2-40B4-BE49-F238E27FC236}">
                <a16:creationId xmlns:a16="http://schemas.microsoft.com/office/drawing/2014/main" id="{B0F32DEA-96C5-6DFF-5697-844C0B2A0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6" y="1057081"/>
            <a:ext cx="5124869" cy="504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159DE5-CBC2-E839-4FBD-778BEC224649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Schumacher, L., Klein, J.,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Elsaesser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M., Härter, M., Hautzinger, M., Schramm, E., &amp;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Kriston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L. (2023). 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Implications of the Network Theory for the Treatment of Mental Disorders: A Secondary Analysis of a Randomized Clinical Trial.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JAMA </a:t>
            </a:r>
            <a:r>
              <a:rPr lang="de-DE" sz="1400" i="1" dirty="0" err="1">
                <a:solidFill>
                  <a:srgbClr val="1F3864"/>
                </a:solidFill>
                <a:latin typeface="Helvetica" pitchFamily="2" charset="0"/>
              </a:rPr>
              <a:t>Psychiatry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80.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64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65F3-FD68-C880-EDAB-004C4BE2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7BD1271-BE33-FB78-521A-A40BCED7D0C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MDD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 descr="A diagram of a network of thoughts&#10;&#10;AI-generated content may be incorrect.">
            <a:extLst>
              <a:ext uri="{FF2B5EF4-FFF2-40B4-BE49-F238E27FC236}">
                <a16:creationId xmlns:a16="http://schemas.microsoft.com/office/drawing/2014/main" id="{DA957266-1B2A-EED1-08D2-835133C0B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6" y="1057081"/>
            <a:ext cx="5124869" cy="5040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374DCA2-1460-D863-D14A-EC92F7FB0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734" y="1841195"/>
            <a:ext cx="2376944" cy="1782708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C22D213-166E-9081-02D3-C0FB500A005E}"/>
              </a:ext>
            </a:extLst>
          </p:cNvPr>
          <p:cNvCxnSpPr>
            <a:cxnSpLocks/>
          </p:cNvCxnSpPr>
          <p:nvPr/>
        </p:nvCxnSpPr>
        <p:spPr>
          <a:xfrm flipH="1">
            <a:off x="6458542" y="3708965"/>
            <a:ext cx="2016655" cy="0"/>
          </a:xfrm>
          <a:prstGeom prst="line">
            <a:avLst/>
          </a:prstGeom>
          <a:ln w="508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FC7284D-3676-43D7-91F3-4310B92E22C7}"/>
              </a:ext>
            </a:extLst>
          </p:cNvPr>
          <p:cNvSpPr txBox="1"/>
          <p:nvPr/>
        </p:nvSpPr>
        <p:spPr>
          <a:xfrm>
            <a:off x="6112042" y="3860119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symptom severity</a:t>
            </a:r>
          </a:p>
        </p:txBody>
      </p:sp>
      <p:sp>
        <p:nvSpPr>
          <p:cNvPr id="47" name="Doughnut 46">
            <a:extLst>
              <a:ext uri="{FF2B5EF4-FFF2-40B4-BE49-F238E27FC236}">
                <a16:creationId xmlns:a16="http://schemas.microsoft.com/office/drawing/2014/main" id="{461F1693-1CB5-993F-2AA3-EEA21D4341F8}"/>
              </a:ext>
            </a:extLst>
          </p:cNvPr>
          <p:cNvSpPr/>
          <p:nvPr/>
        </p:nvSpPr>
        <p:spPr>
          <a:xfrm>
            <a:off x="4157210" y="2897649"/>
            <a:ext cx="720000" cy="720000"/>
          </a:xfrm>
          <a:prstGeom prst="donut">
            <a:avLst>
              <a:gd name="adj" fmla="val 608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94BF5-2E8F-DF17-EF19-C95B58AA1083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Schumacher, L., Klein, J.,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Elsaesser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M., Härter, M., Hautzinger, M., Schramm, E., &amp;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Kriston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L. (2023). 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Implications of the Network Theory for the Treatment of Mental Disorders: A Secondary Analysis of a Randomized Clinical Trial.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JAMA </a:t>
            </a:r>
            <a:r>
              <a:rPr lang="de-DE" sz="1400" i="1" dirty="0" err="1">
                <a:solidFill>
                  <a:srgbClr val="1F3864"/>
                </a:solidFill>
                <a:latin typeface="Helvetica" pitchFamily="2" charset="0"/>
              </a:rPr>
              <a:t>Psychiatry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80.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96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4D76-45B0-7DF6-C043-C367FD03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543839D-614A-C6E3-78F4-758811F75ED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MDD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 descr="A diagram of a network of thoughts&#10;&#10;AI-generated content may be incorrect.">
            <a:extLst>
              <a:ext uri="{FF2B5EF4-FFF2-40B4-BE49-F238E27FC236}">
                <a16:creationId xmlns:a16="http://schemas.microsoft.com/office/drawing/2014/main" id="{390CEBD8-22C7-FF7F-F324-06FF1BCF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6" y="1057081"/>
            <a:ext cx="5124869" cy="504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FA7593-CA88-EBBE-E61E-16746966251A}"/>
              </a:ext>
            </a:extLst>
          </p:cNvPr>
          <p:cNvSpPr txBox="1"/>
          <p:nvPr/>
        </p:nvSpPr>
        <p:spPr>
          <a:xfrm>
            <a:off x="6356505" y="3943915"/>
            <a:ext cx="265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partial association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DF8BA3-157B-099A-BF9D-C3BA8D451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781" y="1269259"/>
            <a:ext cx="3685513" cy="2465025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2DF0C9EA-63ED-1716-31D3-3E9EA2007A59}"/>
              </a:ext>
            </a:extLst>
          </p:cNvPr>
          <p:cNvSpPr/>
          <p:nvPr/>
        </p:nvSpPr>
        <p:spPr>
          <a:xfrm rot="3479658">
            <a:off x="3739637" y="2545620"/>
            <a:ext cx="885482" cy="355713"/>
          </a:xfrm>
          <a:prstGeom prst="frame">
            <a:avLst>
              <a:gd name="adj1" fmla="val 147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945C6-AC8A-4685-80B8-138C0029B3CD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Schumacher, L., Klein, J.,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Elsaesser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M., Härter, M., Hautzinger, M., Schramm, E., &amp;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Kriston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L. (2023). 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Implications of the Network Theory for the Treatment of Mental Disorders: A Secondary Analysis of a Randomized Clinical Trial.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JAMA </a:t>
            </a:r>
            <a:r>
              <a:rPr lang="de-DE" sz="1400" i="1" dirty="0" err="1">
                <a:solidFill>
                  <a:srgbClr val="1F3864"/>
                </a:solidFill>
                <a:latin typeface="Helvetica" pitchFamily="2" charset="0"/>
              </a:rPr>
              <a:t>Psychiatry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80.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00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B026-4C89-DB54-0BDA-5D11568B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E52D87B-9A60-B0A1-561B-74980DCB6E0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Psychometric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of MDD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symptoms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 descr="A diagram of a network of thoughts&#10;&#10;AI-generated content may be incorrect.">
            <a:extLst>
              <a:ext uri="{FF2B5EF4-FFF2-40B4-BE49-F238E27FC236}">
                <a16:creationId xmlns:a16="http://schemas.microsoft.com/office/drawing/2014/main" id="{00AF1655-EADC-8A44-4FA8-7E85026B1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6" y="1057081"/>
            <a:ext cx="5124869" cy="504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6F4B6D-274C-3146-003A-0651EA505C6A}"/>
              </a:ext>
            </a:extLst>
          </p:cNvPr>
          <p:cNvSpPr txBox="1"/>
          <p:nvPr/>
        </p:nvSpPr>
        <p:spPr>
          <a:xfrm>
            <a:off x="6356505" y="3943915"/>
            <a:ext cx="265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partial association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D1FA0A-A01F-3992-BBF9-D91AB458B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781" y="1269259"/>
            <a:ext cx="3685513" cy="2465025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2DBA5C0A-5024-4D8E-1697-A5542FE1D790}"/>
              </a:ext>
            </a:extLst>
          </p:cNvPr>
          <p:cNvSpPr/>
          <p:nvPr/>
        </p:nvSpPr>
        <p:spPr>
          <a:xfrm>
            <a:off x="4628322" y="2819400"/>
            <a:ext cx="642178" cy="800099"/>
          </a:xfrm>
          <a:prstGeom prst="frame">
            <a:avLst>
              <a:gd name="adj1" fmla="val 1076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F8822-1A44-D7FB-87AD-D16153D80410}"/>
              </a:ext>
            </a:extLst>
          </p:cNvPr>
          <p:cNvSpPr txBox="1"/>
          <p:nvPr/>
        </p:nvSpPr>
        <p:spPr>
          <a:xfrm>
            <a:off x="358814" y="6377651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Schumacher, L., Klein, J.,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Elsaesser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M., Härter, M., Hautzinger, M., Schramm, E., &amp; </a:t>
            </a:r>
            <a:r>
              <a:rPr lang="de-DE" sz="1400" dirty="0" err="1">
                <a:solidFill>
                  <a:srgbClr val="1F3864"/>
                </a:solidFill>
                <a:latin typeface="Helvetica" pitchFamily="2" charset="0"/>
              </a:rPr>
              <a:t>Kriston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L. (2023). 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Implications of the Network Theory for the Treatment of Mental Disorders: A Secondary Analysis of a Randomized Clinical Trial.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JAMA </a:t>
            </a:r>
            <a:r>
              <a:rPr lang="de-DE" sz="1400" i="1" dirty="0" err="1">
                <a:solidFill>
                  <a:srgbClr val="1F3864"/>
                </a:solidFill>
                <a:latin typeface="Helvetica" pitchFamily="2" charset="0"/>
              </a:rPr>
              <a:t>Psychiatry</a:t>
            </a:r>
            <a:r>
              <a:rPr lang="de-DE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de-DE" sz="1400" i="1" dirty="0">
                <a:solidFill>
                  <a:srgbClr val="1F3864"/>
                </a:solidFill>
                <a:latin typeface="Helvetica" pitchFamily="2" charset="0"/>
              </a:rPr>
              <a:t>80.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99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FB02-386B-A2AF-AE0A-0FA2E603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diagram of a network of thoughts&#10;&#10;AI-generated content may be incorrect.">
            <a:extLst>
              <a:ext uri="{FF2B5EF4-FFF2-40B4-BE49-F238E27FC236}">
                <a16:creationId xmlns:a16="http://schemas.microsoft.com/office/drawing/2014/main" id="{06A5C2B2-2E62-89E4-7B35-C013C3CC9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411" y="909000"/>
            <a:ext cx="5124869" cy="504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6C5AB0D-B020-C263-4950-A5D34FDFE1C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Absent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edges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give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to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the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model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2F14D8-1CC9-758D-F4E9-2546F1FFBC43}"/>
              </a:ext>
            </a:extLst>
          </p:cNvPr>
          <p:cNvSpPr txBox="1"/>
          <p:nvPr/>
        </p:nvSpPr>
        <p:spPr>
          <a:xfrm>
            <a:off x="1043698" y="6060637"/>
            <a:ext cx="3441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conditional dependence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71507-A0F3-1A05-CF8A-BDFDDE47764A}"/>
              </a:ext>
            </a:extLst>
          </p:cNvPr>
          <p:cNvSpPr txBox="1"/>
          <p:nvPr/>
        </p:nvSpPr>
        <p:spPr>
          <a:xfrm>
            <a:off x="6902027" y="6069314"/>
            <a:ext cx="3078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Granger or predictive</a:t>
            </a:r>
          </a:p>
          <a:p>
            <a:pPr algn="ctr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causality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51D97B-722C-0026-908D-0C1DF7CC5147}"/>
              </a:ext>
            </a:extLst>
          </p:cNvPr>
          <p:cNvGrpSpPr>
            <a:grpSpLocks noChangeAspect="1"/>
          </p:cNvGrpSpPr>
          <p:nvPr/>
        </p:nvGrpSpPr>
        <p:grpSpPr>
          <a:xfrm>
            <a:off x="536196" y="1328580"/>
            <a:ext cx="5272127" cy="3960000"/>
            <a:chOff x="134470" y="1133865"/>
            <a:chExt cx="6985000" cy="524656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972137-0256-C6C1-ABDE-700EB5DD6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7DF723-0308-6D87-6685-E68A4015B07D}"/>
                </a:ext>
              </a:extLst>
            </p:cNvPr>
            <p:cNvGrpSpPr/>
            <p:nvPr/>
          </p:nvGrpSpPr>
          <p:grpSpPr>
            <a:xfrm>
              <a:off x="395872" y="1133865"/>
              <a:ext cx="6502877" cy="5144838"/>
              <a:chOff x="4861822" y="1197653"/>
              <a:chExt cx="6502877" cy="514483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EF8AD41-BFDC-EA15-58F3-BD9188AF9574}"/>
                  </a:ext>
                </a:extLst>
              </p:cNvPr>
              <p:cNvGrpSpPr/>
              <p:nvPr/>
            </p:nvGrpSpPr>
            <p:grpSpPr>
              <a:xfrm>
                <a:off x="6631404" y="1197653"/>
                <a:ext cx="1236309" cy="1116000"/>
                <a:chOff x="5129613" y="1008542"/>
                <a:chExt cx="1236309" cy="1116000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1D87507-4928-A08D-6036-0A7D450BD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68FF750-892C-888D-46C2-F6A9CCE69374}"/>
                    </a:ext>
                  </a:extLst>
                </p:cNvPr>
                <p:cNvSpPr txBox="1"/>
                <p:nvPr/>
              </p:nvSpPr>
              <p:spPr>
                <a:xfrm>
                  <a:off x="5129613" y="1246023"/>
                  <a:ext cx="123630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4D97309-2A7E-F913-336F-AAF1E9780C44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51" cy="1116000"/>
                <a:chOff x="5077942" y="1110142"/>
                <a:chExt cx="1187251" cy="1116000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5723346-69C3-CBD1-9CD7-84EB6CD3370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61F6E52-D4CE-5090-601E-B97EDDB9309B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51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7036F63-3720-5F05-7791-0C2EA4654542}"/>
                  </a:ext>
                </a:extLst>
              </p:cNvPr>
              <p:cNvGrpSpPr/>
              <p:nvPr/>
            </p:nvGrpSpPr>
            <p:grpSpPr>
              <a:xfrm>
                <a:off x="5587263" y="5226491"/>
                <a:ext cx="1322749" cy="1116000"/>
                <a:chOff x="5099093" y="1160942"/>
                <a:chExt cx="1322749" cy="11160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E9FD8BB-3820-39C9-3930-BB81092486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C232769-1F32-7FF6-D7CE-4CC5D371416F}"/>
                    </a:ext>
                  </a:extLst>
                </p:cNvPr>
                <p:cNvSpPr txBox="1"/>
                <p:nvPr/>
              </p:nvSpPr>
              <p:spPr>
                <a:xfrm>
                  <a:off x="5099093" y="1436524"/>
                  <a:ext cx="132274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825A76A-E9EB-0F1F-C9E1-D3C5762C7C1F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ED0707FA-AC8B-4B95-F03F-7823B00A73E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EB2C967-945F-C36A-36E2-78F847C08082}"/>
                    </a:ext>
                  </a:extLst>
                </p:cNvPr>
                <p:cNvSpPr txBox="1"/>
                <p:nvPr/>
              </p:nvSpPr>
              <p:spPr>
                <a:xfrm>
                  <a:off x="5327170" y="1373022"/>
                  <a:ext cx="815797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364B544-770D-F3F5-10AE-4C346558B96C}"/>
                  </a:ext>
                </a:extLst>
              </p:cNvPr>
              <p:cNvGrpSpPr/>
              <p:nvPr/>
            </p:nvGrpSpPr>
            <p:grpSpPr>
              <a:xfrm>
                <a:off x="10208922" y="3947644"/>
                <a:ext cx="1155777" cy="1116000"/>
                <a:chOff x="5182582" y="1186342"/>
                <a:chExt cx="1155777" cy="1116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CB7F2E80-A72F-2DA3-AE23-F1BC7058D8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863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E754CF4-54D6-F541-E21F-AD2FA8D23B6A}"/>
                    </a:ext>
                  </a:extLst>
                </p:cNvPr>
                <p:cNvSpPr txBox="1"/>
                <p:nvPr/>
              </p:nvSpPr>
              <p:spPr>
                <a:xfrm>
                  <a:off x="5182582" y="1576223"/>
                  <a:ext cx="1155777" cy="387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6374A11-448B-955D-8DE1-9212D325D6CC}"/>
                  </a:ext>
                </a:extLst>
              </p:cNvPr>
              <p:cNvGrpSpPr/>
              <p:nvPr/>
            </p:nvGrpSpPr>
            <p:grpSpPr>
              <a:xfrm>
                <a:off x="8281093" y="5115471"/>
                <a:ext cx="1114885" cy="1116000"/>
                <a:chOff x="5171335" y="1062622"/>
                <a:chExt cx="1114885" cy="1116000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A9281C2-4E00-1ABF-6C93-DEB61614FA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626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A38DFB-B5EB-2EE4-68FB-668C42917571}"/>
                    </a:ext>
                  </a:extLst>
                </p:cNvPr>
                <p:cNvSpPr txBox="1"/>
                <p:nvPr/>
              </p:nvSpPr>
              <p:spPr>
                <a:xfrm>
                  <a:off x="5271103" y="1284536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9" name="Frame 38">
            <a:extLst>
              <a:ext uri="{FF2B5EF4-FFF2-40B4-BE49-F238E27FC236}">
                <a16:creationId xmlns:a16="http://schemas.microsoft.com/office/drawing/2014/main" id="{FDF1F479-0946-5515-A354-5470E61D420D}"/>
              </a:ext>
            </a:extLst>
          </p:cNvPr>
          <p:cNvSpPr/>
          <p:nvPr/>
        </p:nvSpPr>
        <p:spPr>
          <a:xfrm rot="3479658">
            <a:off x="9517630" y="2447243"/>
            <a:ext cx="885482" cy="355713"/>
          </a:xfrm>
          <a:prstGeom prst="frame">
            <a:avLst>
              <a:gd name="adj1" fmla="val 147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68C13856-B74D-2904-EE40-85ABA61D31F8}"/>
              </a:ext>
            </a:extLst>
          </p:cNvPr>
          <p:cNvSpPr/>
          <p:nvPr/>
        </p:nvSpPr>
        <p:spPr>
          <a:xfrm rot="3285443">
            <a:off x="4179320" y="2958637"/>
            <a:ext cx="1092348" cy="412307"/>
          </a:xfrm>
          <a:prstGeom prst="frame">
            <a:avLst>
              <a:gd name="adj1" fmla="val 147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98E97-8578-386E-5350-19BF9D37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249030-E587-CD4C-B2BE-C623F75DA0F6}" type="slidenum">
              <a:rPr lang="en-NL" smtClean="0"/>
              <a:t>14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13004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2AC2-4FE8-FBB0-F444-238265F19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diagram of a network of thoughts&#10;&#10;AI-generated content may be incorrect.">
            <a:extLst>
              <a:ext uri="{FF2B5EF4-FFF2-40B4-BE49-F238E27FC236}">
                <a16:creationId xmlns:a16="http://schemas.microsoft.com/office/drawing/2014/main" id="{45232A36-063A-B5DD-0A51-01203973C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411" y="909000"/>
            <a:ext cx="5124869" cy="504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1CDBA5-C85C-ED40-075D-10801D33202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Absent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edges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give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to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the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model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83616-0452-A5F6-C831-3EA61019BF48}"/>
              </a:ext>
            </a:extLst>
          </p:cNvPr>
          <p:cNvSpPr txBox="1"/>
          <p:nvPr/>
        </p:nvSpPr>
        <p:spPr>
          <a:xfrm>
            <a:off x="6688028" y="6069314"/>
            <a:ext cx="35060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 Granger or predictive</a:t>
            </a:r>
          </a:p>
          <a:p>
            <a:pPr algn="ctr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causality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853BE7-0678-A33B-4C55-D103212765E0}"/>
              </a:ext>
            </a:extLst>
          </p:cNvPr>
          <p:cNvGrpSpPr>
            <a:grpSpLocks noChangeAspect="1"/>
          </p:cNvGrpSpPr>
          <p:nvPr/>
        </p:nvGrpSpPr>
        <p:grpSpPr>
          <a:xfrm>
            <a:off x="536196" y="1328580"/>
            <a:ext cx="5272127" cy="3960000"/>
            <a:chOff x="134470" y="1133865"/>
            <a:chExt cx="6985000" cy="524656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47EA9F-E4C9-0CAC-3AA1-FFA6AE7AB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06188E-772E-9D11-1E2F-9C8B95C29B45}"/>
                </a:ext>
              </a:extLst>
            </p:cNvPr>
            <p:cNvGrpSpPr/>
            <p:nvPr/>
          </p:nvGrpSpPr>
          <p:grpSpPr>
            <a:xfrm>
              <a:off x="395872" y="1133865"/>
              <a:ext cx="6502877" cy="5144838"/>
              <a:chOff x="4861822" y="1197653"/>
              <a:chExt cx="6502877" cy="514483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3B7D6CE-1252-72E7-C4C1-9AA589E36A18}"/>
                  </a:ext>
                </a:extLst>
              </p:cNvPr>
              <p:cNvGrpSpPr/>
              <p:nvPr/>
            </p:nvGrpSpPr>
            <p:grpSpPr>
              <a:xfrm>
                <a:off x="6631404" y="1197653"/>
                <a:ext cx="1236309" cy="1116000"/>
                <a:chOff x="5129613" y="1008542"/>
                <a:chExt cx="1236309" cy="1116000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558E206-4B7F-05BF-8EA5-03B3CC065D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746E6E5-C80E-3CB8-6EFA-997CD643D648}"/>
                    </a:ext>
                  </a:extLst>
                </p:cNvPr>
                <p:cNvSpPr txBox="1"/>
                <p:nvPr/>
              </p:nvSpPr>
              <p:spPr>
                <a:xfrm>
                  <a:off x="5129613" y="1246023"/>
                  <a:ext cx="123630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A1E455F-7E73-957B-AACB-8397885C7934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51" cy="1116000"/>
                <a:chOff x="5077942" y="1110142"/>
                <a:chExt cx="1187251" cy="1116000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F67F2F9-83CE-2384-5D96-83C9CD4CA9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F4E19E8-69E5-DD1C-404C-5E93BB3CA2D8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51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6B29820-1A60-61F1-A065-BE843B1CF498}"/>
                  </a:ext>
                </a:extLst>
              </p:cNvPr>
              <p:cNvGrpSpPr/>
              <p:nvPr/>
            </p:nvGrpSpPr>
            <p:grpSpPr>
              <a:xfrm>
                <a:off x="5587263" y="5226491"/>
                <a:ext cx="1322749" cy="1116000"/>
                <a:chOff x="5099093" y="1160942"/>
                <a:chExt cx="1322749" cy="11160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F5CD325-CD1C-B1C1-4731-FE562D0502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2D9D283-E774-3740-E30C-079296EFAAFC}"/>
                    </a:ext>
                  </a:extLst>
                </p:cNvPr>
                <p:cNvSpPr txBox="1"/>
                <p:nvPr/>
              </p:nvSpPr>
              <p:spPr>
                <a:xfrm>
                  <a:off x="5099093" y="1436524"/>
                  <a:ext cx="1322749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94CCCDD-4438-9304-140D-6680FD28BE0B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C802215-45A6-D028-30E2-B0B0D1ABDE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8C3218A-84C3-14EC-4D0D-DE6138EDD0A1}"/>
                    </a:ext>
                  </a:extLst>
                </p:cNvPr>
                <p:cNvSpPr txBox="1"/>
                <p:nvPr/>
              </p:nvSpPr>
              <p:spPr>
                <a:xfrm>
                  <a:off x="5327170" y="1373022"/>
                  <a:ext cx="815797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300" dirty="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77C8DEE-40F8-1CED-C16F-5F678509834F}"/>
                  </a:ext>
                </a:extLst>
              </p:cNvPr>
              <p:cNvGrpSpPr/>
              <p:nvPr/>
            </p:nvGrpSpPr>
            <p:grpSpPr>
              <a:xfrm>
                <a:off x="10208922" y="3947644"/>
                <a:ext cx="1155777" cy="1116000"/>
                <a:chOff x="5182582" y="1186342"/>
                <a:chExt cx="1155777" cy="1116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80F54B52-C21A-0E57-03B5-C1507E9C12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863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8B902F4-192B-8AA6-DF6E-1A9731A98B21}"/>
                    </a:ext>
                  </a:extLst>
                </p:cNvPr>
                <p:cNvSpPr txBox="1"/>
                <p:nvPr/>
              </p:nvSpPr>
              <p:spPr>
                <a:xfrm>
                  <a:off x="5182582" y="1576223"/>
                  <a:ext cx="1155777" cy="387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3928797-4548-61B3-55C5-62EC793811C1}"/>
                  </a:ext>
                </a:extLst>
              </p:cNvPr>
              <p:cNvGrpSpPr/>
              <p:nvPr/>
            </p:nvGrpSpPr>
            <p:grpSpPr>
              <a:xfrm>
                <a:off x="8281093" y="5115471"/>
                <a:ext cx="1114885" cy="1116000"/>
                <a:chOff x="5171335" y="1062622"/>
                <a:chExt cx="1114885" cy="1116000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982F2B3-82AF-9B1E-08FF-E28C465ECA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626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DA11B46-F31F-F152-7464-ED1D571E234A}"/>
                    </a:ext>
                  </a:extLst>
                </p:cNvPr>
                <p:cNvSpPr txBox="1"/>
                <p:nvPr/>
              </p:nvSpPr>
              <p:spPr>
                <a:xfrm>
                  <a:off x="5271103" y="1284536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3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3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9" name="Frame 38">
            <a:extLst>
              <a:ext uri="{FF2B5EF4-FFF2-40B4-BE49-F238E27FC236}">
                <a16:creationId xmlns:a16="http://schemas.microsoft.com/office/drawing/2014/main" id="{2CF6AD80-623A-51C5-4CAA-FAF7087F1A4A}"/>
              </a:ext>
            </a:extLst>
          </p:cNvPr>
          <p:cNvSpPr/>
          <p:nvPr/>
        </p:nvSpPr>
        <p:spPr>
          <a:xfrm rot="19389307">
            <a:off x="9140580" y="4476514"/>
            <a:ext cx="885482" cy="355713"/>
          </a:xfrm>
          <a:prstGeom prst="frame">
            <a:avLst>
              <a:gd name="adj1" fmla="val 147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DC2523BF-5F7A-CF18-0CC9-F8DC88347E5F}"/>
              </a:ext>
            </a:extLst>
          </p:cNvPr>
          <p:cNvSpPr/>
          <p:nvPr/>
        </p:nvSpPr>
        <p:spPr>
          <a:xfrm rot="19080214">
            <a:off x="1630969" y="3428784"/>
            <a:ext cx="2809302" cy="412307"/>
          </a:xfrm>
          <a:prstGeom prst="frame">
            <a:avLst>
              <a:gd name="adj1" fmla="val 147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DF3A2-4EDE-4D09-6A56-DB9682BBD09E}"/>
              </a:ext>
            </a:extLst>
          </p:cNvPr>
          <p:cNvSpPr txBox="1"/>
          <p:nvPr/>
        </p:nvSpPr>
        <p:spPr>
          <a:xfrm>
            <a:off x="1043698" y="6060637"/>
            <a:ext cx="3682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conditional independence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B97D731-3A08-3C9D-7CD5-2479D7F3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249030-E587-CD4C-B2BE-C623F75DA0F6}" type="slidenum">
              <a:rPr lang="en-NL" smtClean="0"/>
              <a:t>15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281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0C4688C-8089-6040-BD1B-08F05D55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0"/>
            <a:ext cx="10515600" cy="1325563"/>
          </a:xfrm>
        </p:spPr>
        <p:txBody>
          <a:bodyPr/>
          <a:lstStyle/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 psychometrics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3BAE1F-1ED0-8C42-854E-A98D47EB5AFA}"/>
              </a:ext>
            </a:extLst>
          </p:cNvPr>
          <p:cNvSpPr txBox="1"/>
          <p:nvPr/>
        </p:nvSpPr>
        <p:spPr>
          <a:xfrm>
            <a:off x="10094764" y="6183897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1106488" algn="l"/>
              </a:tabLst>
            </a:pPr>
            <a:endParaRPr lang="en-NL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AB27C-AA9A-880A-CA41-00C073247539}"/>
              </a:ext>
            </a:extLst>
          </p:cNvPr>
          <p:cNvSpPr txBox="1"/>
          <p:nvPr/>
        </p:nvSpPr>
        <p:spPr>
          <a:xfrm>
            <a:off x="795647" y="1443841"/>
            <a:ext cx="1122935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Network </a:t>
            </a:r>
            <a:r>
              <a:rPr lang="en-GB" sz="3000" b="1" dirty="0" err="1">
                <a:solidFill>
                  <a:srgbClr val="1F3864"/>
                </a:solidFill>
                <a:latin typeface="Helvetica" pitchFamily="2" charset="0"/>
              </a:rPr>
              <a:t>modeling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Conceptualize psychological constructs as systems of interacting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Represent and </a:t>
            </a:r>
            <a:r>
              <a:rPr lang="en-GB" sz="2400" dirty="0" err="1">
                <a:solidFill>
                  <a:srgbClr val="1F3864"/>
                </a:solidFill>
                <a:latin typeface="Helvetica" pitchFamily="2" charset="0"/>
              </a:rPr>
              <a:t>analyze</a:t>
            </a: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 these systems using statistical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Interpret systems substantively through theory.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Connect empirical data with theory in a mutually informative way.</a:t>
            </a:r>
          </a:p>
          <a:p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Network analysis </a:t>
            </a: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Estimate the structure of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Quantify the strength of relations (parameters).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Assess the robustness and uncertainty of the network inferences.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0C0AD-4E94-AE74-0BFB-8C8F8DF8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2591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8FA5-53F2-CBC7-AD41-4AA9B5E0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42671F6-83B5-5B4E-3F25-7B32BB660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0"/>
            <a:ext cx="10515600" cy="1325563"/>
          </a:xfrm>
        </p:spPr>
        <p:txBody>
          <a:bodyPr/>
          <a:lstStyle/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 psychometrics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E45DAD-261B-E0E6-8CCF-BD5DAE8D16D3}"/>
              </a:ext>
            </a:extLst>
          </p:cNvPr>
          <p:cNvSpPr txBox="1"/>
          <p:nvPr/>
        </p:nvSpPr>
        <p:spPr>
          <a:xfrm>
            <a:off x="10094764" y="6183897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1106488" algn="l"/>
              </a:tabLst>
            </a:pPr>
            <a:endParaRPr lang="en-NL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5303D9-EA5D-68E8-A3ED-1670EBCAC268}"/>
              </a:ext>
            </a:extLst>
          </p:cNvPr>
          <p:cNvSpPr txBox="1"/>
          <p:nvPr/>
        </p:nvSpPr>
        <p:spPr>
          <a:xfrm>
            <a:off x="795647" y="1443841"/>
            <a:ext cx="1122935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Network </a:t>
            </a:r>
            <a:r>
              <a:rPr lang="en-GB" sz="3000" b="1" dirty="0" err="1">
                <a:solidFill>
                  <a:srgbClr val="1F3864"/>
                </a:solidFill>
                <a:latin typeface="Helvetica" pitchFamily="2" charset="0"/>
              </a:rPr>
              <a:t>modeling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Conceptualize psychological constructs as systems of interacting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Represent and </a:t>
            </a:r>
            <a:r>
              <a:rPr lang="en-GB" sz="2400" dirty="0" err="1">
                <a:solidFill>
                  <a:srgbClr val="1F3864"/>
                </a:solidFill>
                <a:latin typeface="Helvetica" pitchFamily="2" charset="0"/>
              </a:rPr>
              <a:t>analyze</a:t>
            </a: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 these systems using statistical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Interpret systems substantively through theory.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Connect empirical data with theory in a mutually informative way.</a:t>
            </a:r>
          </a:p>
          <a:p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Network analysis </a:t>
            </a: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Estimate the structure of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Quantify the strength of relations (parameters).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Assess the robustness and uncertainty of the network inferences.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E97C69FE-9265-1862-BF5F-F8DF45DA6B34}"/>
              </a:ext>
            </a:extLst>
          </p:cNvPr>
          <p:cNvSpPr/>
          <p:nvPr/>
        </p:nvSpPr>
        <p:spPr>
          <a:xfrm>
            <a:off x="546269" y="3526974"/>
            <a:ext cx="9987149" cy="2161309"/>
          </a:xfrm>
          <a:prstGeom prst="frame">
            <a:avLst>
              <a:gd name="adj1" fmla="val 4808"/>
            </a:avLst>
          </a:prstGeom>
          <a:solidFill>
            <a:srgbClr val="F4B9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46BAB-4107-0591-4C39-F0B70E45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1515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C2BA-45E6-B409-5BCB-2DFAACAF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E2BF-A773-97AE-CE21-C104048F9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33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Introduction to the workshop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C9F07F3-D947-3B15-7657-FB9DF99A4546}"/>
              </a:ext>
            </a:extLst>
          </p:cNvPr>
          <p:cNvGrpSpPr/>
          <p:nvPr/>
        </p:nvGrpSpPr>
        <p:grpSpPr>
          <a:xfrm>
            <a:off x="491686" y="2103544"/>
            <a:ext cx="3401893" cy="2393485"/>
            <a:chOff x="453724" y="2211192"/>
            <a:chExt cx="3401893" cy="23934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49EECE-D3B7-B179-1C36-7A1FB43112B1}"/>
                </a:ext>
              </a:extLst>
            </p:cNvPr>
            <p:cNvSpPr txBox="1"/>
            <p:nvPr/>
          </p:nvSpPr>
          <p:spPr>
            <a:xfrm>
              <a:off x="453724" y="4143012"/>
              <a:ext cx="3401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Network Psychometrics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0828836-4815-020C-4B65-393ABAB5B5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28854" y="2211192"/>
              <a:ext cx="2160000" cy="1705575"/>
              <a:chOff x="4959090" y="1097491"/>
              <a:chExt cx="6644863" cy="52451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DF59A57-E20E-3EB6-A207-C3D60B0E11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alphaModFix amt="70000"/>
              </a:blip>
              <a:srcRect l="7017"/>
              <a:stretch/>
            </p:blipFill>
            <p:spPr>
              <a:xfrm>
                <a:off x="5109029" y="1097491"/>
                <a:ext cx="6494924" cy="5245100"/>
              </a:xfrm>
              <a:prstGeom prst="rect">
                <a:avLst/>
              </a:prstGeom>
            </p:spPr>
          </p:pic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2633A8D-6A06-018F-F55D-13F8C61EB2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32665" y="1165401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F14777C-6E82-810D-E193-A8AA7A25B1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59090" y="2800097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363ECC9-AEB3-E008-C3B2-F357E08AE3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74707" y="511603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BBC8D39-68A6-9140-D073-CDC476D5B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4519" y="2059246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098572B-B5C9-EB1A-915D-11CFCA3360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82992" y="3830335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5987188-CF9C-1F7B-EC1C-37CF277336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03523" y="500501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FE4E08-78DB-39BE-9ED8-44E3157F0E19}"/>
              </a:ext>
            </a:extLst>
          </p:cNvPr>
          <p:cNvGrpSpPr/>
          <p:nvPr/>
        </p:nvGrpSpPr>
        <p:grpSpPr>
          <a:xfrm>
            <a:off x="4711646" y="2348678"/>
            <a:ext cx="2768708" cy="2160641"/>
            <a:chOff x="4652460" y="2425288"/>
            <a:chExt cx="2768708" cy="21606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21A7EE-8DD5-98FC-89F8-74BD01EAFE90}"/>
                </a:ext>
              </a:extLst>
            </p:cNvPr>
            <p:cNvSpPr txBox="1"/>
            <p:nvPr/>
          </p:nvSpPr>
          <p:spPr>
            <a:xfrm>
              <a:off x="4652460" y="4124264"/>
              <a:ext cx="27687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Bayesian Statistics</a:t>
              </a:r>
            </a:p>
          </p:txBody>
        </p:sp>
        <p:pic>
          <p:nvPicPr>
            <p:cNvPr id="29" name="Picture 28" descr="A graph with orange and blue lines&#10;&#10;AI-generated content may be incorrect.">
              <a:extLst>
                <a:ext uri="{FF2B5EF4-FFF2-40B4-BE49-F238E27FC236}">
                  <a16:creationId xmlns:a16="http://schemas.microsoft.com/office/drawing/2014/main" id="{16B58609-6B50-D9EE-7EAF-C7AB47F77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472" t="10494" b="12346"/>
            <a:stretch>
              <a:fillRect/>
            </a:stretch>
          </p:blipFill>
          <p:spPr>
            <a:xfrm>
              <a:off x="4728396" y="2425288"/>
              <a:ext cx="2520000" cy="1380791"/>
            </a:xfrm>
            <a:prstGeom prst="rect">
              <a:avLst/>
            </a:prstGeom>
          </p:spPr>
        </p:pic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FFE390-4160-B016-0183-628C04BCCD3C}"/>
              </a:ext>
            </a:extLst>
          </p:cNvPr>
          <p:cNvSpPr/>
          <p:nvPr/>
        </p:nvSpPr>
        <p:spPr>
          <a:xfrm>
            <a:off x="-381000" y="1460500"/>
            <a:ext cx="4610100" cy="3543300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3684F4F9-769D-5B32-2BE3-31A5EC7DEF5A}"/>
              </a:ext>
            </a:extLst>
          </p:cNvPr>
          <p:cNvSpPr/>
          <p:nvPr/>
        </p:nvSpPr>
        <p:spPr>
          <a:xfrm>
            <a:off x="3746500" y="2992196"/>
            <a:ext cx="622300" cy="525704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93C9988-7AEE-749E-AE01-9F5ACB33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249030-E587-CD4C-B2BE-C623F75DA0F6}" type="slidenum">
              <a:rPr lang="en-NL" smtClean="0"/>
              <a:t>18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55608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E197-E8D5-987E-FA22-F6E2DA7E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5B6B93A-28AD-C6A1-DFEE-8FFA09CE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0"/>
            <a:ext cx="10515600" cy="1325563"/>
          </a:xfrm>
        </p:spPr>
        <p:txBody>
          <a:bodyPr/>
          <a:lstStyle/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statistics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8D2DC9-8153-A368-6A8F-F065A82E0CE2}"/>
              </a:ext>
            </a:extLst>
          </p:cNvPr>
          <p:cNvSpPr txBox="1"/>
          <p:nvPr/>
        </p:nvSpPr>
        <p:spPr>
          <a:xfrm>
            <a:off x="10094764" y="6183897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1106488" algn="l"/>
              </a:tabLst>
            </a:pPr>
            <a:endParaRPr lang="en-NL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970B0-0D98-5C0C-717D-9EBB193B394C}"/>
              </a:ext>
            </a:extLst>
          </p:cNvPr>
          <p:cNvSpPr txBox="1"/>
          <p:nvPr/>
        </p:nvSpPr>
        <p:spPr>
          <a:xfrm>
            <a:off x="795648" y="1443841"/>
            <a:ext cx="109252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The </a:t>
            </a:r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Bayesian approach </a:t>
            </a: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requires a statistical model to make predictions of future data. </a:t>
            </a:r>
          </a:p>
          <a:p>
            <a:endParaRPr lang="en-GB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For a model to make predictions, we need to assign values to its parameters.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But we often do not know what these values are: they are the thing we want to learn about. 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We therefore assign prior distributions to a model’s parameters to reflect the uncertainty about their true value. 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24AF1-2219-4D3A-8FC1-AEEA1B34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025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47663-664D-9F89-A9C1-DFCE10ED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563FA33-4430-5ECB-15BE-4309C1AD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0"/>
            <a:ext cx="10515600" cy="1325563"/>
          </a:xfrm>
        </p:spPr>
        <p:txBody>
          <a:bodyPr/>
          <a:lstStyle/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Prior plausibility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3EBA1-78C6-9AB7-1AC9-2D4D06044A59}"/>
              </a:ext>
            </a:extLst>
          </p:cNvPr>
          <p:cNvSpPr txBox="1"/>
          <p:nvPr/>
        </p:nvSpPr>
        <p:spPr>
          <a:xfrm>
            <a:off x="1508235" y="1368423"/>
            <a:ext cx="1303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Predict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548B8-6B0D-44C0-37BF-6D1F9B0ECEA2}"/>
              </a:ext>
            </a:extLst>
          </p:cNvPr>
          <p:cNvSpPr txBox="1"/>
          <p:nvPr/>
        </p:nvSpPr>
        <p:spPr>
          <a:xfrm>
            <a:off x="1491672" y="2055261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Prior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8C7CFA-56F6-E15C-DE6E-03C0661E749C}"/>
              </a:ext>
            </a:extLst>
          </p:cNvPr>
          <p:cNvCxnSpPr>
            <a:cxnSpLocks/>
          </p:cNvCxnSpPr>
          <p:nvPr/>
        </p:nvCxnSpPr>
        <p:spPr>
          <a:xfrm>
            <a:off x="1292977" y="1973010"/>
            <a:ext cx="1900797" cy="0"/>
          </a:xfrm>
          <a:prstGeom prst="straightConnector1">
            <a:avLst/>
          </a:prstGeom>
          <a:ln w="635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BA3F6A5-8294-F71E-4704-033C7EBA3D20}"/>
              </a:ext>
            </a:extLst>
          </p:cNvPr>
          <p:cNvGrpSpPr/>
          <p:nvPr/>
        </p:nvGrpSpPr>
        <p:grpSpPr>
          <a:xfrm>
            <a:off x="185550" y="3266546"/>
            <a:ext cx="3891570" cy="3429000"/>
            <a:chOff x="201803" y="3266546"/>
            <a:chExt cx="3891570" cy="34290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BACEBAC-19A4-3503-6362-1F926FDD1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803" y="3347569"/>
              <a:ext cx="3891570" cy="32400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DAC4C2-466F-59EF-38BD-AF0D94E676CF}"/>
                </a:ext>
              </a:extLst>
            </p:cNvPr>
            <p:cNvSpPr txBox="1"/>
            <p:nvPr/>
          </p:nvSpPr>
          <p:spPr>
            <a:xfrm rot="16200000">
              <a:off x="-636988" y="4581067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latin typeface="Helvetica" pitchFamily="2" charset="0"/>
                </a:rPr>
                <a:t>Parameter plausibility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072143B-A273-63D3-8E0E-9B5F7C882551}"/>
                </a:ext>
              </a:extLst>
            </p:cNvPr>
            <p:cNvSpPr txBox="1"/>
            <p:nvPr/>
          </p:nvSpPr>
          <p:spPr>
            <a:xfrm>
              <a:off x="742877" y="6183897"/>
              <a:ext cx="2809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tabLst>
                  <a:tab pos="1106488" algn="l"/>
                </a:tabLst>
              </a:pPr>
              <a:r>
                <a:rPr lang="en-NL" dirty="0">
                  <a:latin typeface="Helvetica" pitchFamily="2" charset="0"/>
                </a:rPr>
                <a:t>Network Parameter Value</a:t>
              </a:r>
            </a:p>
          </p:txBody>
        </p:sp>
        <p:sp>
          <p:nvSpPr>
            <p:cNvPr id="52" name="Frame 51">
              <a:extLst>
                <a:ext uri="{FF2B5EF4-FFF2-40B4-BE49-F238E27FC236}">
                  <a16:creationId xmlns:a16="http://schemas.microsoft.com/office/drawing/2014/main" id="{CD5BF319-91E0-831A-7EDC-B076FE5271BF}"/>
                </a:ext>
              </a:extLst>
            </p:cNvPr>
            <p:cNvSpPr/>
            <p:nvPr/>
          </p:nvSpPr>
          <p:spPr>
            <a:xfrm>
              <a:off x="262068" y="3266546"/>
              <a:ext cx="3771041" cy="3429000"/>
            </a:xfrm>
            <a:prstGeom prst="frame">
              <a:avLst>
                <a:gd name="adj1" fmla="val 1667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543CB2D-CCAD-CB81-C655-C0351214DFC8}"/>
              </a:ext>
            </a:extLst>
          </p:cNvPr>
          <p:cNvSpPr txBox="1"/>
          <p:nvPr/>
        </p:nvSpPr>
        <p:spPr>
          <a:xfrm>
            <a:off x="10094764" y="6183897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1106488" algn="l"/>
              </a:tabLst>
            </a:pPr>
            <a:endParaRPr lang="en-NL" dirty="0"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BFC893-5C2F-6CE5-54A8-334B11FF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03269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0C4688C-8089-6040-BD1B-08F05D55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0"/>
            <a:ext cx="12140774" cy="1325563"/>
          </a:xfrm>
        </p:spPr>
        <p:txBody>
          <a:bodyPr/>
          <a:lstStyle/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Evaluate predictive success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59EFA-5767-3440-817A-E59BE4BC6DB2}"/>
              </a:ext>
            </a:extLst>
          </p:cNvPr>
          <p:cNvSpPr txBox="1"/>
          <p:nvPr/>
        </p:nvSpPr>
        <p:spPr>
          <a:xfrm>
            <a:off x="1508235" y="1368423"/>
            <a:ext cx="1303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Predict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9F38E-1B4C-304E-AE55-FE9A9A5BB3F1}"/>
              </a:ext>
            </a:extLst>
          </p:cNvPr>
          <p:cNvSpPr txBox="1"/>
          <p:nvPr/>
        </p:nvSpPr>
        <p:spPr>
          <a:xfrm>
            <a:off x="5111366" y="1384475"/>
            <a:ext cx="1544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Observe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8808C-4690-7B4A-8A41-C9C77F925492}"/>
              </a:ext>
            </a:extLst>
          </p:cNvPr>
          <p:cNvSpPr txBox="1"/>
          <p:nvPr/>
        </p:nvSpPr>
        <p:spPr>
          <a:xfrm>
            <a:off x="1491672" y="2055261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56CBA-98F9-334A-8ACA-2740DA7F06B0}"/>
              </a:ext>
            </a:extLst>
          </p:cNvPr>
          <p:cNvSpPr txBox="1"/>
          <p:nvPr/>
        </p:nvSpPr>
        <p:spPr>
          <a:xfrm>
            <a:off x="5094803" y="2071313"/>
            <a:ext cx="24641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Predictive</a:t>
            </a:r>
          </a:p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Update Factor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2E531F-16C7-774E-AFD7-C76C67D15202}"/>
              </a:ext>
            </a:extLst>
          </p:cNvPr>
          <p:cNvCxnSpPr>
            <a:cxnSpLocks/>
          </p:cNvCxnSpPr>
          <p:nvPr/>
        </p:nvCxnSpPr>
        <p:spPr>
          <a:xfrm>
            <a:off x="1292977" y="1973010"/>
            <a:ext cx="5991926" cy="0"/>
          </a:xfrm>
          <a:prstGeom prst="straightConnector1">
            <a:avLst/>
          </a:prstGeom>
          <a:ln w="635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500D990E-92B5-DD4A-9153-8D0922200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800" y="3348000"/>
            <a:ext cx="3891570" cy="32400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D5419EA1-9E27-434C-8D64-4ED5FEAB3B00}"/>
              </a:ext>
            </a:extLst>
          </p:cNvPr>
          <p:cNvGrpSpPr/>
          <p:nvPr/>
        </p:nvGrpSpPr>
        <p:grpSpPr>
          <a:xfrm>
            <a:off x="185550" y="3266546"/>
            <a:ext cx="3891570" cy="3429000"/>
            <a:chOff x="201803" y="3266546"/>
            <a:chExt cx="3891570" cy="34290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5F8A12D-8100-B146-91C1-304DF9826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803" y="3347569"/>
              <a:ext cx="3891570" cy="32400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4F9BF3-424A-0B44-B98F-E64B04D6B4AA}"/>
                </a:ext>
              </a:extLst>
            </p:cNvPr>
            <p:cNvSpPr txBox="1"/>
            <p:nvPr/>
          </p:nvSpPr>
          <p:spPr>
            <a:xfrm rot="16200000">
              <a:off x="-636988" y="4581067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latin typeface="Helvetica" pitchFamily="2" charset="0"/>
                </a:rPr>
                <a:t>Parameter plausibility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4AF2C88-C9F8-7F4F-9149-E7928C05C68A}"/>
                </a:ext>
              </a:extLst>
            </p:cNvPr>
            <p:cNvSpPr txBox="1"/>
            <p:nvPr/>
          </p:nvSpPr>
          <p:spPr>
            <a:xfrm>
              <a:off x="742877" y="6183897"/>
              <a:ext cx="2809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tabLst>
                  <a:tab pos="1106488" algn="l"/>
                </a:tabLst>
              </a:pPr>
              <a:r>
                <a:rPr lang="en-NL" dirty="0">
                  <a:latin typeface="Helvetica" pitchFamily="2" charset="0"/>
                </a:rPr>
                <a:t>Network Parameter Value</a:t>
              </a:r>
            </a:p>
          </p:txBody>
        </p:sp>
        <p:sp>
          <p:nvSpPr>
            <p:cNvPr id="52" name="Frame 51">
              <a:extLst>
                <a:ext uri="{FF2B5EF4-FFF2-40B4-BE49-F238E27FC236}">
                  <a16:creationId xmlns:a16="http://schemas.microsoft.com/office/drawing/2014/main" id="{F1E5D84D-D66F-D446-87E3-37D1BFE66658}"/>
                </a:ext>
              </a:extLst>
            </p:cNvPr>
            <p:cNvSpPr/>
            <p:nvPr/>
          </p:nvSpPr>
          <p:spPr>
            <a:xfrm>
              <a:off x="262068" y="3266546"/>
              <a:ext cx="3771041" cy="3429000"/>
            </a:xfrm>
            <a:prstGeom prst="frame">
              <a:avLst>
                <a:gd name="adj1" fmla="val 1667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A173E3-5D87-094C-A34C-5C26F08440CC}"/>
              </a:ext>
            </a:extLst>
          </p:cNvPr>
          <p:cNvGrpSpPr/>
          <p:nvPr/>
        </p:nvGrpSpPr>
        <p:grpSpPr>
          <a:xfrm>
            <a:off x="4210480" y="3266546"/>
            <a:ext cx="3771041" cy="3429000"/>
            <a:chOff x="262068" y="3266546"/>
            <a:chExt cx="3771041" cy="342900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9622328-06B4-564C-8848-7CDABF045473}"/>
                </a:ext>
              </a:extLst>
            </p:cNvPr>
            <p:cNvSpPr txBox="1"/>
            <p:nvPr/>
          </p:nvSpPr>
          <p:spPr>
            <a:xfrm rot="16200000">
              <a:off x="-636988" y="4581067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latin typeface="Helvetica" pitchFamily="2" charset="0"/>
                </a:rPr>
                <a:t>Parameter plausibility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34304F9-F99D-0E41-9517-CB7C1664EAB2}"/>
                </a:ext>
              </a:extLst>
            </p:cNvPr>
            <p:cNvSpPr txBox="1"/>
            <p:nvPr/>
          </p:nvSpPr>
          <p:spPr>
            <a:xfrm>
              <a:off x="742877" y="6183897"/>
              <a:ext cx="2809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tabLst>
                  <a:tab pos="1106488" algn="l"/>
                </a:tabLst>
              </a:pPr>
              <a:r>
                <a:rPr lang="en-NL" dirty="0">
                  <a:latin typeface="Helvetica" pitchFamily="2" charset="0"/>
                </a:rPr>
                <a:t>Network Parameter Value</a:t>
              </a:r>
            </a:p>
          </p:txBody>
        </p:sp>
        <p:sp>
          <p:nvSpPr>
            <p:cNvPr id="48" name="Frame 47">
              <a:extLst>
                <a:ext uri="{FF2B5EF4-FFF2-40B4-BE49-F238E27FC236}">
                  <a16:creationId xmlns:a16="http://schemas.microsoft.com/office/drawing/2014/main" id="{576E67F4-BDBE-B646-9DC3-FEBD23688BB2}"/>
                </a:ext>
              </a:extLst>
            </p:cNvPr>
            <p:cNvSpPr/>
            <p:nvPr/>
          </p:nvSpPr>
          <p:spPr>
            <a:xfrm>
              <a:off x="262068" y="3266546"/>
              <a:ext cx="3771041" cy="3429000"/>
            </a:xfrm>
            <a:prstGeom prst="frame">
              <a:avLst>
                <a:gd name="adj1" fmla="val 1667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03BAE1F-1ED0-8C42-854E-A98D47EB5AFA}"/>
              </a:ext>
            </a:extLst>
          </p:cNvPr>
          <p:cNvSpPr txBox="1"/>
          <p:nvPr/>
        </p:nvSpPr>
        <p:spPr>
          <a:xfrm>
            <a:off x="10094764" y="6183897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1106488" algn="l"/>
              </a:tabLst>
            </a:pPr>
            <a:endParaRPr lang="en-NL" dirty="0"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4E6A4C-411C-0BC2-D5A2-110513D7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7322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0C4688C-8089-6040-BD1B-08F05D55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0"/>
            <a:ext cx="10515600" cy="1325563"/>
          </a:xfrm>
        </p:spPr>
        <p:txBody>
          <a:bodyPr/>
          <a:lstStyle/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Posterior plausibility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59EFA-5767-3440-817A-E59BE4BC6DB2}"/>
              </a:ext>
            </a:extLst>
          </p:cNvPr>
          <p:cNvSpPr txBox="1"/>
          <p:nvPr/>
        </p:nvSpPr>
        <p:spPr>
          <a:xfrm>
            <a:off x="1508235" y="1368423"/>
            <a:ext cx="1303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Predict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9F38E-1B4C-304E-AE55-FE9A9A5BB3F1}"/>
              </a:ext>
            </a:extLst>
          </p:cNvPr>
          <p:cNvSpPr txBox="1"/>
          <p:nvPr/>
        </p:nvSpPr>
        <p:spPr>
          <a:xfrm>
            <a:off x="5111366" y="1384475"/>
            <a:ext cx="1544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Observe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926FA-60B0-464D-B65C-892534E7D6EA}"/>
              </a:ext>
            </a:extLst>
          </p:cNvPr>
          <p:cNvSpPr txBox="1"/>
          <p:nvPr/>
        </p:nvSpPr>
        <p:spPr>
          <a:xfrm>
            <a:off x="9422062" y="1384475"/>
            <a:ext cx="1345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Update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8808C-4690-7B4A-8A41-C9C77F925492}"/>
              </a:ext>
            </a:extLst>
          </p:cNvPr>
          <p:cNvSpPr txBox="1"/>
          <p:nvPr/>
        </p:nvSpPr>
        <p:spPr>
          <a:xfrm>
            <a:off x="1491672" y="2055261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56CBA-98F9-334A-8ACA-2740DA7F06B0}"/>
              </a:ext>
            </a:extLst>
          </p:cNvPr>
          <p:cNvSpPr txBox="1"/>
          <p:nvPr/>
        </p:nvSpPr>
        <p:spPr>
          <a:xfrm>
            <a:off x="5094803" y="2071313"/>
            <a:ext cx="24641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Predictive</a:t>
            </a:r>
          </a:p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Update Factor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AE6A1-C2AB-3640-BE22-1F4675521C14}"/>
              </a:ext>
            </a:extLst>
          </p:cNvPr>
          <p:cNvSpPr txBox="1"/>
          <p:nvPr/>
        </p:nvSpPr>
        <p:spPr>
          <a:xfrm>
            <a:off x="9405499" y="2071313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Posterior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2E531F-16C7-774E-AFD7-C76C67D15202}"/>
              </a:ext>
            </a:extLst>
          </p:cNvPr>
          <p:cNvCxnSpPr>
            <a:cxnSpLocks/>
          </p:cNvCxnSpPr>
          <p:nvPr/>
        </p:nvCxnSpPr>
        <p:spPr>
          <a:xfrm>
            <a:off x="1292977" y="1973010"/>
            <a:ext cx="10083055" cy="0"/>
          </a:xfrm>
          <a:prstGeom prst="straightConnector1">
            <a:avLst/>
          </a:prstGeom>
          <a:ln w="635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F424A9B2-2535-C844-8654-AA2B304F4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936" y="3348000"/>
            <a:ext cx="3891570" cy="324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00D990E-92B5-DD4A-9153-8D0922200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800" y="3348000"/>
            <a:ext cx="3891570" cy="32400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D5419EA1-9E27-434C-8D64-4ED5FEAB3B00}"/>
              </a:ext>
            </a:extLst>
          </p:cNvPr>
          <p:cNvGrpSpPr/>
          <p:nvPr/>
        </p:nvGrpSpPr>
        <p:grpSpPr>
          <a:xfrm>
            <a:off x="185550" y="3266546"/>
            <a:ext cx="3891570" cy="3429000"/>
            <a:chOff x="201803" y="3266546"/>
            <a:chExt cx="3891570" cy="34290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5F8A12D-8100-B146-91C1-304DF9826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1803" y="3347569"/>
              <a:ext cx="3891570" cy="32400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4F9BF3-424A-0B44-B98F-E64B04D6B4AA}"/>
                </a:ext>
              </a:extLst>
            </p:cNvPr>
            <p:cNvSpPr txBox="1"/>
            <p:nvPr/>
          </p:nvSpPr>
          <p:spPr>
            <a:xfrm rot="16200000">
              <a:off x="-636988" y="4581067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latin typeface="Helvetica" pitchFamily="2" charset="0"/>
                </a:rPr>
                <a:t>Parameter plausibility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4AF2C88-C9F8-7F4F-9149-E7928C05C68A}"/>
                </a:ext>
              </a:extLst>
            </p:cNvPr>
            <p:cNvSpPr txBox="1"/>
            <p:nvPr/>
          </p:nvSpPr>
          <p:spPr>
            <a:xfrm>
              <a:off x="742877" y="6183897"/>
              <a:ext cx="2809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tabLst>
                  <a:tab pos="1106488" algn="l"/>
                </a:tabLst>
              </a:pPr>
              <a:r>
                <a:rPr lang="en-NL" dirty="0">
                  <a:latin typeface="Helvetica" pitchFamily="2" charset="0"/>
                </a:rPr>
                <a:t>Network Parameter Value</a:t>
              </a:r>
            </a:p>
          </p:txBody>
        </p:sp>
        <p:sp>
          <p:nvSpPr>
            <p:cNvPr id="52" name="Frame 51">
              <a:extLst>
                <a:ext uri="{FF2B5EF4-FFF2-40B4-BE49-F238E27FC236}">
                  <a16:creationId xmlns:a16="http://schemas.microsoft.com/office/drawing/2014/main" id="{F1E5D84D-D66F-D446-87E3-37D1BFE66658}"/>
                </a:ext>
              </a:extLst>
            </p:cNvPr>
            <p:cNvSpPr/>
            <p:nvPr/>
          </p:nvSpPr>
          <p:spPr>
            <a:xfrm>
              <a:off x="262068" y="3266546"/>
              <a:ext cx="3771041" cy="3429000"/>
            </a:xfrm>
            <a:prstGeom prst="frame">
              <a:avLst>
                <a:gd name="adj1" fmla="val 1667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A173E3-5D87-094C-A34C-5C26F08440CC}"/>
              </a:ext>
            </a:extLst>
          </p:cNvPr>
          <p:cNvGrpSpPr/>
          <p:nvPr/>
        </p:nvGrpSpPr>
        <p:grpSpPr>
          <a:xfrm>
            <a:off x="4210480" y="3266546"/>
            <a:ext cx="3771041" cy="3429000"/>
            <a:chOff x="262068" y="3266546"/>
            <a:chExt cx="3771041" cy="342900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9622328-06B4-564C-8848-7CDABF045473}"/>
                </a:ext>
              </a:extLst>
            </p:cNvPr>
            <p:cNvSpPr txBox="1"/>
            <p:nvPr/>
          </p:nvSpPr>
          <p:spPr>
            <a:xfrm rot="16200000">
              <a:off x="-636988" y="4581067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latin typeface="Helvetica" pitchFamily="2" charset="0"/>
                </a:rPr>
                <a:t>Parameter plausibility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34304F9-F99D-0E41-9517-CB7C1664EAB2}"/>
                </a:ext>
              </a:extLst>
            </p:cNvPr>
            <p:cNvSpPr txBox="1"/>
            <p:nvPr/>
          </p:nvSpPr>
          <p:spPr>
            <a:xfrm>
              <a:off x="742877" y="6183897"/>
              <a:ext cx="2809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tabLst>
                  <a:tab pos="1106488" algn="l"/>
                </a:tabLst>
              </a:pPr>
              <a:r>
                <a:rPr lang="en-NL" dirty="0">
                  <a:latin typeface="Helvetica" pitchFamily="2" charset="0"/>
                </a:rPr>
                <a:t>Network Parameter Value</a:t>
              </a:r>
            </a:p>
          </p:txBody>
        </p:sp>
        <p:sp>
          <p:nvSpPr>
            <p:cNvPr id="48" name="Frame 47">
              <a:extLst>
                <a:ext uri="{FF2B5EF4-FFF2-40B4-BE49-F238E27FC236}">
                  <a16:creationId xmlns:a16="http://schemas.microsoft.com/office/drawing/2014/main" id="{576E67F4-BDBE-B646-9DC3-FEBD23688BB2}"/>
                </a:ext>
              </a:extLst>
            </p:cNvPr>
            <p:cNvSpPr/>
            <p:nvPr/>
          </p:nvSpPr>
          <p:spPr>
            <a:xfrm>
              <a:off x="262068" y="3266546"/>
              <a:ext cx="3771041" cy="3429000"/>
            </a:xfrm>
            <a:prstGeom prst="frame">
              <a:avLst>
                <a:gd name="adj1" fmla="val 1667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5ACE3D-79FE-2B41-AC33-75DAAE3455DB}"/>
              </a:ext>
            </a:extLst>
          </p:cNvPr>
          <p:cNvGrpSpPr/>
          <p:nvPr/>
        </p:nvGrpSpPr>
        <p:grpSpPr>
          <a:xfrm>
            <a:off x="8175145" y="3266546"/>
            <a:ext cx="3771041" cy="3429000"/>
            <a:chOff x="262068" y="3266546"/>
            <a:chExt cx="3771041" cy="34290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7CC1711-5A9D-9449-80F5-108178D04983}"/>
                </a:ext>
              </a:extLst>
            </p:cNvPr>
            <p:cNvSpPr txBox="1"/>
            <p:nvPr/>
          </p:nvSpPr>
          <p:spPr>
            <a:xfrm rot="16200000">
              <a:off x="-636988" y="4581067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>
                  <a:latin typeface="Helvetica" pitchFamily="2" charset="0"/>
                </a:rPr>
                <a:t>Parameter plausibility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03BAE1F-1ED0-8C42-854E-A98D47EB5AFA}"/>
                </a:ext>
              </a:extLst>
            </p:cNvPr>
            <p:cNvSpPr txBox="1"/>
            <p:nvPr/>
          </p:nvSpPr>
          <p:spPr>
            <a:xfrm>
              <a:off x="742877" y="6183897"/>
              <a:ext cx="2809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tabLst>
                  <a:tab pos="1106488" algn="l"/>
                </a:tabLst>
              </a:pPr>
              <a:r>
                <a:rPr lang="en-NL" dirty="0">
                  <a:latin typeface="Helvetica" pitchFamily="2" charset="0"/>
                </a:rPr>
                <a:t>Network Parameter Value</a:t>
              </a:r>
            </a:p>
          </p:txBody>
        </p:sp>
        <p:sp>
          <p:nvSpPr>
            <p:cNvPr id="45" name="Frame 44">
              <a:extLst>
                <a:ext uri="{FF2B5EF4-FFF2-40B4-BE49-F238E27FC236}">
                  <a16:creationId xmlns:a16="http://schemas.microsoft.com/office/drawing/2014/main" id="{23B9ACE9-C96F-3C47-94CB-878DE24FFEED}"/>
                </a:ext>
              </a:extLst>
            </p:cNvPr>
            <p:cNvSpPr/>
            <p:nvPr/>
          </p:nvSpPr>
          <p:spPr>
            <a:xfrm>
              <a:off x="262068" y="3266546"/>
              <a:ext cx="3771041" cy="3429000"/>
            </a:xfrm>
            <a:prstGeom prst="frame">
              <a:avLst>
                <a:gd name="adj1" fmla="val 1667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511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B7881-A473-F43C-B061-E233CE7A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6A18-410B-7D66-53C8-85782963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-80108"/>
            <a:ext cx="10515600" cy="1897035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Bayesian graphical modeling</a:t>
            </a:r>
            <a:br>
              <a:rPr lang="en-US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US" sz="3000" i="1" dirty="0">
                <a:solidFill>
                  <a:srgbClr val="1F3864"/>
                </a:solidFill>
                <a:latin typeface="Helvetica" pitchFamily="2" charset="0"/>
              </a:rPr>
              <a:t>(Bayesian network psychometrics)</a:t>
            </a:r>
            <a:endParaRPr lang="en-NL" sz="30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1331F0-9E84-7698-E85F-4B05ACD3447D}"/>
              </a:ext>
            </a:extLst>
          </p:cNvPr>
          <p:cNvSpPr txBox="1"/>
          <p:nvPr/>
        </p:nvSpPr>
        <p:spPr>
          <a:xfrm>
            <a:off x="783772" y="1918854"/>
            <a:ext cx="1122935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Network </a:t>
            </a:r>
            <a:r>
              <a:rPr lang="en-GB" sz="3000" b="1" dirty="0" err="1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modeling</a:t>
            </a:r>
            <a:r>
              <a:rPr lang="en-GB" sz="30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</a:t>
            </a:r>
            <a:r>
              <a:rPr lang="en-GB" sz="30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chemeClr val="bg1">
                  <a:lumMod val="65000"/>
                </a:schemeClr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Conceptualize psychological constructs as systems of interacting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Represent and </a:t>
            </a:r>
            <a:r>
              <a:rPr lang="en-GB" sz="2400" dirty="0" err="1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analyze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these systems using statistical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Interpret systems substantively through theory.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Connect empirical data with theory in a mutually informative way.</a:t>
            </a:r>
          </a:p>
          <a:p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Network analysis </a:t>
            </a: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Estimate the structure of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Quantify the strength of relations (parameters).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3864"/>
                </a:solidFill>
                <a:latin typeface="Helvetica" pitchFamily="2" charset="0"/>
              </a:rPr>
              <a:t>Assess the robustness and uncertainty of the network inferences.</a:t>
            </a:r>
          </a:p>
        </p:txBody>
      </p:sp>
      <p:sp>
        <p:nvSpPr>
          <p:cNvPr id="24" name="Frame 23">
            <a:extLst>
              <a:ext uri="{FF2B5EF4-FFF2-40B4-BE49-F238E27FC236}">
                <a16:creationId xmlns:a16="http://schemas.microsoft.com/office/drawing/2014/main" id="{D16323B1-C6EF-AA15-E02E-6093F8936E7E}"/>
              </a:ext>
            </a:extLst>
          </p:cNvPr>
          <p:cNvSpPr/>
          <p:nvPr/>
        </p:nvSpPr>
        <p:spPr>
          <a:xfrm>
            <a:off x="629397" y="3960419"/>
            <a:ext cx="9987149" cy="2161309"/>
          </a:xfrm>
          <a:prstGeom prst="frame">
            <a:avLst>
              <a:gd name="adj1" fmla="val 4808"/>
            </a:avLst>
          </a:prstGeom>
          <a:solidFill>
            <a:srgbClr val="F4B9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70F2EE8-4F73-94C8-DCC4-B9AA4BD7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7685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D4CD-6459-5FD8-E62D-D4F2B18B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7FCF-4857-7153-1C95-3AE67325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-80108"/>
            <a:ext cx="10515600" cy="1897035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Bayesian graphical modeling</a:t>
            </a:r>
            <a:br>
              <a:rPr lang="en-US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US" sz="3000" i="1" dirty="0">
                <a:solidFill>
                  <a:srgbClr val="1F3864"/>
                </a:solidFill>
                <a:latin typeface="Helvetica" pitchFamily="2" charset="0"/>
              </a:rPr>
              <a:t>(Bayesian network psychometrics)</a:t>
            </a:r>
            <a:endParaRPr lang="en-NL" sz="30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C4208A-6462-623F-5265-BE1D17F60B67}"/>
              </a:ext>
            </a:extLst>
          </p:cNvPr>
          <p:cNvSpPr txBox="1"/>
          <p:nvPr/>
        </p:nvSpPr>
        <p:spPr>
          <a:xfrm>
            <a:off x="783772" y="1918854"/>
            <a:ext cx="1141690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Network </a:t>
            </a:r>
            <a:r>
              <a:rPr lang="en-GB" sz="3000" b="1" dirty="0" err="1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modeling</a:t>
            </a:r>
            <a:r>
              <a:rPr lang="en-GB" sz="30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</a:t>
            </a:r>
            <a:r>
              <a:rPr lang="en-GB" sz="30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chemeClr val="bg1">
                  <a:lumMod val="65000"/>
                </a:schemeClr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Conceptualize psychological constructs as systems of interacting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Represent and </a:t>
            </a:r>
            <a:r>
              <a:rPr lang="en-GB" sz="2400" dirty="0" err="1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analyze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these systems using statistical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Interpret systems substantively through theory.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Connect empirical data with theory in a mutually informative way.</a:t>
            </a:r>
          </a:p>
          <a:p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Bayesian network analysis </a:t>
            </a: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aims to</a:t>
            </a:r>
            <a:r>
              <a:rPr lang="en-GB" sz="3000" b="1" dirty="0">
                <a:solidFill>
                  <a:srgbClr val="1F3864"/>
                </a:solidFill>
                <a:latin typeface="Helvetica" pitchFamily="2" charset="0"/>
              </a:rPr>
              <a:t>:</a:t>
            </a:r>
            <a:endParaRPr lang="en-GB" sz="30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Estimate posterior plausibility of network structures.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Quantify the strength of relations (parameters) with full distributions.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Make the uncertainty in results explicit and carry it into any conclusions.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Develop robust procedures for network estimation and comparison.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4" name="Frame 23">
            <a:extLst>
              <a:ext uri="{FF2B5EF4-FFF2-40B4-BE49-F238E27FC236}">
                <a16:creationId xmlns:a16="http://schemas.microsoft.com/office/drawing/2014/main" id="{24BD93DF-CA4B-1D47-3A44-F881C145E96A}"/>
              </a:ext>
            </a:extLst>
          </p:cNvPr>
          <p:cNvSpPr/>
          <p:nvPr/>
        </p:nvSpPr>
        <p:spPr>
          <a:xfrm>
            <a:off x="629397" y="3960419"/>
            <a:ext cx="10515600" cy="2559134"/>
          </a:xfrm>
          <a:prstGeom prst="frame">
            <a:avLst>
              <a:gd name="adj1" fmla="val 4808"/>
            </a:avLst>
          </a:prstGeom>
          <a:solidFill>
            <a:srgbClr val="F4B9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35EDE-5CC3-8C68-A37A-C688AE51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952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8A4E-C0AA-7B4D-0392-465963ECB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F197-46F6-DA6C-BD01-88B683CF6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Introduction to the workshop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6F321A-CF40-7FB8-60A9-2B6B11542815}"/>
              </a:ext>
            </a:extLst>
          </p:cNvPr>
          <p:cNvGrpSpPr/>
          <p:nvPr/>
        </p:nvGrpSpPr>
        <p:grpSpPr>
          <a:xfrm>
            <a:off x="8668348" y="1491416"/>
            <a:ext cx="2299027" cy="3017903"/>
            <a:chOff x="8222261" y="1586774"/>
            <a:chExt cx="2299027" cy="301790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621AB97E-6049-DE83-58A9-A4F7506E2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9230" y="2862236"/>
              <a:ext cx="1133527" cy="113352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4694B4-0885-C8E3-D481-2F4B77FF9345}"/>
                </a:ext>
              </a:extLst>
            </p:cNvPr>
            <p:cNvSpPr txBox="1"/>
            <p:nvPr/>
          </p:nvSpPr>
          <p:spPr>
            <a:xfrm>
              <a:off x="8288561" y="4143012"/>
              <a:ext cx="22327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This Workshop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7D62835-7BC7-D308-904B-8957B1D912B8}"/>
                </a:ext>
              </a:extLst>
            </p:cNvPr>
            <p:cNvGrpSpPr/>
            <p:nvPr/>
          </p:nvGrpSpPr>
          <p:grpSpPr>
            <a:xfrm>
              <a:off x="8222261" y="1586774"/>
              <a:ext cx="1722664" cy="1506816"/>
              <a:chOff x="8667171" y="2349000"/>
              <a:chExt cx="1722664" cy="1506816"/>
            </a:xfrm>
          </p:grpSpPr>
          <p:pic>
            <p:nvPicPr>
              <p:cNvPr id="7" name="Picture 6" descr="Icon&#10;&#10;Description automatically generated">
                <a:extLst>
                  <a:ext uri="{FF2B5EF4-FFF2-40B4-BE49-F238E27FC236}">
                    <a16:creationId xmlns:a16="http://schemas.microsoft.com/office/drawing/2014/main" id="{77C6818E-2C34-78CB-B282-3F375698A0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9102921-D25A-8D37-90BE-5916C072A62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927F9428-B0E5-D47F-1922-B7EC4588F9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E051AAA6-1FF4-9FD9-0CA4-2F5842CE49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62F4FEB-50FC-59FC-ECC4-00CD191A3DFE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9845EA-554C-37DA-4AE2-51B08C0E2DEA}"/>
              </a:ext>
            </a:extLst>
          </p:cNvPr>
          <p:cNvGrpSpPr/>
          <p:nvPr/>
        </p:nvGrpSpPr>
        <p:grpSpPr>
          <a:xfrm>
            <a:off x="491686" y="2103544"/>
            <a:ext cx="3401893" cy="2393485"/>
            <a:chOff x="453724" y="2211192"/>
            <a:chExt cx="3401893" cy="23934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39A908-34BB-C05F-54F3-37A824D7C9B4}"/>
                </a:ext>
              </a:extLst>
            </p:cNvPr>
            <p:cNvSpPr txBox="1"/>
            <p:nvPr/>
          </p:nvSpPr>
          <p:spPr>
            <a:xfrm>
              <a:off x="453724" y="4143012"/>
              <a:ext cx="3401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Network Psychometrics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BAF1AA-CABC-4610-CE68-5C52DB4FE1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28854" y="2211192"/>
              <a:ext cx="2160000" cy="1705575"/>
              <a:chOff x="4959090" y="1097491"/>
              <a:chExt cx="6644863" cy="52451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6E3CD68-5DDB-A560-0546-B77DEF4955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alphaModFix amt="70000"/>
              </a:blip>
              <a:srcRect l="7017"/>
              <a:stretch/>
            </p:blipFill>
            <p:spPr>
              <a:xfrm>
                <a:off x="5109029" y="1097491"/>
                <a:ext cx="6494924" cy="5245100"/>
              </a:xfrm>
              <a:prstGeom prst="rect">
                <a:avLst/>
              </a:prstGeom>
            </p:spPr>
          </p:pic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C2C3493-2CD0-99CE-7F55-35D600E898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32665" y="1165401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5898127-28DC-8BB5-EFB2-D9F9AA3819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59090" y="2800097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7B32EC5-B346-8DD5-2D71-8D6C3296B6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74707" y="511603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5A15BE6-F2BE-B976-67FE-FC8B84BFBC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4519" y="2059246"/>
                <a:ext cx="1103033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75451E9-4133-FB07-26DE-D593D257EC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82992" y="3830335"/>
                <a:ext cx="1103034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A821B4F-015B-A270-60ED-64040C05CF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03523" y="5005014"/>
                <a:ext cx="1103032" cy="1104138"/>
              </a:xfrm>
              <a:prstGeom prst="ellipse">
                <a:avLst/>
              </a:prstGeom>
              <a:solidFill>
                <a:srgbClr val="FCC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C96D117-A97A-A2D1-6DD8-230C5EA4B97A}"/>
              </a:ext>
            </a:extLst>
          </p:cNvPr>
          <p:cNvGrpSpPr/>
          <p:nvPr/>
        </p:nvGrpSpPr>
        <p:grpSpPr>
          <a:xfrm>
            <a:off x="4711646" y="2348678"/>
            <a:ext cx="2768708" cy="2160641"/>
            <a:chOff x="4652460" y="2425288"/>
            <a:chExt cx="2768708" cy="21606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A4642A-5D9D-0E6B-0EBF-1967D7300D60}"/>
                </a:ext>
              </a:extLst>
            </p:cNvPr>
            <p:cNvSpPr txBox="1"/>
            <p:nvPr/>
          </p:nvSpPr>
          <p:spPr>
            <a:xfrm>
              <a:off x="4652460" y="4124264"/>
              <a:ext cx="27687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Bayesian Statistics</a:t>
              </a:r>
            </a:p>
          </p:txBody>
        </p:sp>
        <p:pic>
          <p:nvPicPr>
            <p:cNvPr id="29" name="Picture 28" descr="A graph with orange and blue lines&#10;&#10;AI-generated content may be incorrect.">
              <a:extLst>
                <a:ext uri="{FF2B5EF4-FFF2-40B4-BE49-F238E27FC236}">
                  <a16:creationId xmlns:a16="http://schemas.microsoft.com/office/drawing/2014/main" id="{9CAF0585-981F-8330-8D69-3D09EDD38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472" t="10494" b="12346"/>
            <a:stretch>
              <a:fillRect/>
            </a:stretch>
          </p:blipFill>
          <p:spPr>
            <a:xfrm>
              <a:off x="4728396" y="2425288"/>
              <a:ext cx="2520000" cy="1380791"/>
            </a:xfrm>
            <a:prstGeom prst="rect">
              <a:avLst/>
            </a:prstGeom>
          </p:spPr>
        </p:pic>
      </p:grp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DE7003C-7AB3-C8E8-B8BF-E312413C165F}"/>
              </a:ext>
            </a:extLst>
          </p:cNvPr>
          <p:cNvSpPr/>
          <p:nvPr/>
        </p:nvSpPr>
        <p:spPr>
          <a:xfrm>
            <a:off x="-403043" y="1267423"/>
            <a:ext cx="7997901" cy="3543300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E92F4023-4F58-6719-8FAD-7D7AB00E62B4}"/>
              </a:ext>
            </a:extLst>
          </p:cNvPr>
          <p:cNvSpPr/>
          <p:nvPr/>
        </p:nvSpPr>
        <p:spPr>
          <a:xfrm>
            <a:off x="7594858" y="2848468"/>
            <a:ext cx="622300" cy="525704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lide Number Placeholder 3">
            <a:extLst>
              <a:ext uri="{FF2B5EF4-FFF2-40B4-BE49-F238E27FC236}">
                <a16:creationId xmlns:a16="http://schemas.microsoft.com/office/drawing/2014/main" id="{671F5763-C203-142F-F7B4-9E355865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249030-E587-CD4C-B2BE-C623F75DA0F6}" type="slidenum">
              <a:rPr lang="en-NL" smtClean="0"/>
              <a:t>25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14177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A9A84-98B5-B2A0-8F00-CBB8313E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diagram of a network&#10;&#10;AI-generated content may be incorrect.">
            <a:extLst>
              <a:ext uri="{FF2B5EF4-FFF2-40B4-BE49-F238E27FC236}">
                <a16:creationId xmlns:a16="http://schemas.microsoft.com/office/drawing/2014/main" id="{3011DEFA-2639-67BE-73CE-DEB4B0E0B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28" y="1411619"/>
            <a:ext cx="2340000" cy="2198760"/>
          </a:xfrm>
          <a:prstGeom prst="rect">
            <a:avLst/>
          </a:prstGeom>
        </p:spPr>
      </p:pic>
      <p:pic>
        <p:nvPicPr>
          <p:cNvPr id="35" name="Picture 34" descr="A network of colored circles and lines&#10;&#10;AI-generated content may be incorrect.">
            <a:extLst>
              <a:ext uri="{FF2B5EF4-FFF2-40B4-BE49-F238E27FC236}">
                <a16:creationId xmlns:a16="http://schemas.microsoft.com/office/drawing/2014/main" id="{C4D40981-526F-5860-C0FD-7E24BC113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590" y="4078904"/>
            <a:ext cx="2340000" cy="2077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CD873-4B64-3324-779D-1A5082EF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workshop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11FA6C-3350-EE3F-5071-DFE77244E661}"/>
              </a:ext>
            </a:extLst>
          </p:cNvPr>
          <p:cNvSpPr/>
          <p:nvPr/>
        </p:nvSpPr>
        <p:spPr>
          <a:xfrm>
            <a:off x="3372590" y="3948544"/>
            <a:ext cx="2340000" cy="2339438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C1C2048-3CD5-86A2-F29D-986A602D016C}"/>
              </a:ext>
            </a:extLst>
          </p:cNvPr>
          <p:cNvSpPr/>
          <p:nvPr/>
        </p:nvSpPr>
        <p:spPr>
          <a:xfrm>
            <a:off x="6253229" y="1328580"/>
            <a:ext cx="2340000" cy="2339438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1493F-BFF2-7E6A-C0D5-E3BDCEA26995}"/>
              </a:ext>
            </a:extLst>
          </p:cNvPr>
          <p:cNvSpPr txBox="1"/>
          <p:nvPr/>
        </p:nvSpPr>
        <p:spPr>
          <a:xfrm>
            <a:off x="534389" y="1460665"/>
            <a:ext cx="24988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3864"/>
                </a:solidFill>
                <a:latin typeface="Helvetica" pitchFamily="2" charset="0"/>
              </a:rPr>
              <a:t>Session I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Monday morning</a:t>
            </a:r>
          </a:p>
          <a:p>
            <a:endParaRPr lang="en-US" i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estimate posteriors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test cond. dep.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6B494-4359-006D-46BF-8397CB539BD1}"/>
              </a:ext>
            </a:extLst>
          </p:cNvPr>
          <p:cNvSpPr txBox="1"/>
          <p:nvPr/>
        </p:nvSpPr>
        <p:spPr>
          <a:xfrm>
            <a:off x="534389" y="4197007"/>
            <a:ext cx="20697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3864"/>
                </a:solidFill>
                <a:latin typeface="Helvetica" pitchFamily="2" charset="0"/>
              </a:rPr>
              <a:t>Session II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Monday afternoon</a:t>
            </a:r>
          </a:p>
          <a:p>
            <a:endParaRPr lang="en-US" i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topological priors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B85A4-9A1E-F4CD-F3B9-A36A7FF44012}"/>
              </a:ext>
            </a:extLst>
          </p:cNvPr>
          <p:cNvSpPr txBox="1"/>
          <p:nvPr/>
        </p:nvSpPr>
        <p:spPr>
          <a:xfrm>
            <a:off x="9474530" y="1460665"/>
            <a:ext cx="21723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3864"/>
                </a:solidFill>
                <a:latin typeface="Helvetica" pitchFamily="2" charset="0"/>
              </a:rPr>
              <a:t>Session III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Tuesday morning</a:t>
            </a:r>
          </a:p>
          <a:p>
            <a:endParaRPr lang="en-US" i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Savage-Dickey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group comparison</a:t>
            </a:r>
          </a:p>
          <a:p>
            <a:endParaRPr lang="en-US" i="1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C38733-F574-F163-88B8-38444E922C5B}"/>
              </a:ext>
            </a:extLst>
          </p:cNvPr>
          <p:cNvSpPr txBox="1"/>
          <p:nvPr/>
        </p:nvSpPr>
        <p:spPr>
          <a:xfrm>
            <a:off x="9474529" y="4197007"/>
            <a:ext cx="23775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3864"/>
                </a:solidFill>
                <a:latin typeface="Helvetica" pitchFamily="2" charset="0"/>
              </a:rPr>
              <a:t>Session IV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Tuesday afternoon</a:t>
            </a:r>
          </a:p>
          <a:p>
            <a:endParaRPr lang="en-US" i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MCMC diagnostics</a:t>
            </a:r>
          </a:p>
          <a:p>
            <a:r>
              <a:rPr lang="en-US" i="1" dirty="0">
                <a:solidFill>
                  <a:srgbClr val="1F3864"/>
                </a:solidFill>
                <a:latin typeface="Helvetica" pitchFamily="2" charset="0"/>
              </a:rPr>
              <a:t>- MCMC control pars.</a:t>
            </a:r>
          </a:p>
          <a:p>
            <a:endParaRPr lang="en-US" i="1" dirty="0">
              <a:solidFill>
                <a:srgbClr val="1F3864"/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CCC1FD-DFF7-48A0-A1C4-1FD1745F75BC}"/>
              </a:ext>
            </a:extLst>
          </p:cNvPr>
          <p:cNvGrpSpPr>
            <a:grpSpLocks noChangeAspect="1"/>
          </p:cNvGrpSpPr>
          <p:nvPr/>
        </p:nvGrpSpPr>
        <p:grpSpPr>
          <a:xfrm>
            <a:off x="3372590" y="1624611"/>
            <a:ext cx="2340000" cy="1747376"/>
            <a:chOff x="2451100" y="1014039"/>
            <a:chExt cx="7024114" cy="52451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80A5EC-2ECC-388B-3794-8CD7C5505E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559" r="1"/>
            <a:stretch/>
          </p:blipFill>
          <p:spPr>
            <a:xfrm>
              <a:off x="2451100" y="1014039"/>
              <a:ext cx="7024114" cy="524510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C958C65-C975-9F67-315F-33F2D9ACDD38}"/>
                </a:ext>
              </a:extLst>
            </p:cNvPr>
            <p:cNvGrpSpPr/>
            <p:nvPr/>
          </p:nvGrpSpPr>
          <p:grpSpPr>
            <a:xfrm>
              <a:off x="2669672" y="1108465"/>
              <a:ext cx="6592957" cy="5144838"/>
              <a:chOff x="4786122" y="1197653"/>
              <a:chExt cx="6592957" cy="514483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74843F5-AE2A-347F-7273-3B3DB6B277F9}"/>
                  </a:ext>
                </a:extLst>
              </p:cNvPr>
              <p:cNvGrpSpPr/>
              <p:nvPr/>
            </p:nvGrpSpPr>
            <p:grpSpPr>
              <a:xfrm>
                <a:off x="6558582" y="1197653"/>
                <a:ext cx="1381956" cy="1116000"/>
                <a:chOff x="5056791" y="1008542"/>
                <a:chExt cx="1381956" cy="11160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6E9B064-F0F9-23BB-E4ED-826F12E63C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959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5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73C4E1C-162A-FA51-F5D2-0F52B1FA865E}"/>
                    </a:ext>
                  </a:extLst>
                </p:cNvPr>
                <p:cNvSpPr txBox="1"/>
                <p:nvPr/>
              </p:nvSpPr>
              <p:spPr>
                <a:xfrm>
                  <a:off x="5056791" y="1246022"/>
                  <a:ext cx="1381956" cy="739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500" dirty="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500" dirty="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E851868-9D08-60E6-44B3-832EA037CF93}"/>
                  </a:ext>
                </a:extLst>
              </p:cNvPr>
              <p:cNvGrpSpPr/>
              <p:nvPr/>
            </p:nvGrpSpPr>
            <p:grpSpPr>
              <a:xfrm>
                <a:off x="4786122" y="2915400"/>
                <a:ext cx="1338653" cy="1116000"/>
                <a:chOff x="5002242" y="1110142"/>
                <a:chExt cx="1338653" cy="1116000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7D542F94-AA0E-62C4-BED8-5BDA43CCFA6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5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1C8D9E9-D7BB-766D-C36D-27ECE871AED0}"/>
                    </a:ext>
                  </a:extLst>
                </p:cNvPr>
                <p:cNvSpPr txBox="1"/>
                <p:nvPr/>
              </p:nvSpPr>
              <p:spPr>
                <a:xfrm>
                  <a:off x="5002242" y="1334924"/>
                  <a:ext cx="1338653" cy="739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5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5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4439E3A-41FD-BDEB-BDE4-F3BCD594DDC1}"/>
                  </a:ext>
                </a:extLst>
              </p:cNvPr>
              <p:cNvGrpSpPr/>
              <p:nvPr/>
            </p:nvGrpSpPr>
            <p:grpSpPr>
              <a:xfrm>
                <a:off x="5521571" y="5226491"/>
                <a:ext cx="1454136" cy="1116000"/>
                <a:chOff x="5033401" y="1160942"/>
                <a:chExt cx="1454136" cy="1116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988B9F8E-F5B2-3CAB-5475-99E5150C11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50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5B3E4C0-D2D9-2B08-5CE5-F08A52C4E854}"/>
                    </a:ext>
                  </a:extLst>
                </p:cNvPr>
                <p:cNvSpPr txBox="1"/>
                <p:nvPr/>
              </p:nvSpPr>
              <p:spPr>
                <a:xfrm>
                  <a:off x="5033401" y="1436522"/>
                  <a:ext cx="1454136" cy="739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5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5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BBBE02C-CE21-BDFD-86D0-21B0092BFA08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81D3A18-DF3D-0D42-94CE-A8CB179E73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500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2E590C-AA51-A493-220D-A2AD5F810F54}"/>
                    </a:ext>
                  </a:extLst>
                </p:cNvPr>
                <p:cNvSpPr txBox="1"/>
                <p:nvPr/>
              </p:nvSpPr>
              <p:spPr>
                <a:xfrm>
                  <a:off x="5224535" y="1373024"/>
                  <a:ext cx="1021071" cy="739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5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5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0F4BEEF-F9F2-E1CC-13F7-77D7EE21B5CB}"/>
                  </a:ext>
                </a:extLst>
              </p:cNvPr>
              <p:cNvGrpSpPr/>
              <p:nvPr/>
            </p:nvGrpSpPr>
            <p:grpSpPr>
              <a:xfrm>
                <a:off x="10040426" y="3922244"/>
                <a:ext cx="1338653" cy="1116000"/>
                <a:chOff x="5014086" y="1160942"/>
                <a:chExt cx="1338653" cy="11160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8CB9762-8DAF-DD8D-DCCD-8BE6F277F0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19676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50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37E39CF-CC44-B8E7-CCA3-BAB91CC89E08}"/>
                    </a:ext>
                  </a:extLst>
                </p:cNvPr>
                <p:cNvSpPr txBox="1"/>
                <p:nvPr/>
              </p:nvSpPr>
              <p:spPr>
                <a:xfrm>
                  <a:off x="5014086" y="1546589"/>
                  <a:ext cx="1338653" cy="5081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5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5475302-2836-CB19-EE46-623110552504}"/>
                  </a:ext>
                </a:extLst>
              </p:cNvPr>
              <p:cNvGrpSpPr/>
              <p:nvPr/>
            </p:nvGrpSpPr>
            <p:grpSpPr>
              <a:xfrm>
                <a:off x="8281093" y="5077371"/>
                <a:ext cx="1122389" cy="1116000"/>
                <a:chOff x="5171335" y="1024522"/>
                <a:chExt cx="1122389" cy="111600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1BFBC3A2-FBEC-26F5-CB94-DD220EE5A7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245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50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86A9B6D-1C5E-4407-AB92-A1F43F8B9300}"/>
                    </a:ext>
                  </a:extLst>
                </p:cNvPr>
                <p:cNvSpPr txBox="1"/>
                <p:nvPr/>
              </p:nvSpPr>
              <p:spPr>
                <a:xfrm>
                  <a:off x="5176417" y="1259135"/>
                  <a:ext cx="1117307" cy="739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5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5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D0FBAD-5A2A-D4AB-B4CF-19FA0BC40373}"/>
              </a:ext>
            </a:extLst>
          </p:cNvPr>
          <p:cNvSpPr/>
          <p:nvPr/>
        </p:nvSpPr>
        <p:spPr>
          <a:xfrm>
            <a:off x="3372591" y="1328580"/>
            <a:ext cx="2340000" cy="2339438"/>
          </a:xfrm>
          <a:prstGeom prst="roundRect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211A9CB0-F70B-B65E-951A-5E3AE23654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1" b="40345"/>
          <a:stretch>
            <a:fillRect/>
          </a:stretch>
        </p:blipFill>
        <p:spPr>
          <a:xfrm>
            <a:off x="6253228" y="4298015"/>
            <a:ext cx="2340000" cy="695566"/>
          </a:xfrm>
          <a:prstGeom prst="rect">
            <a:avLst/>
          </a:prstGeom>
        </p:spPr>
      </p:pic>
      <p:pic>
        <p:nvPicPr>
          <p:cNvPr id="41" name="Picture 40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39833056-E665-4E55-5ADF-2622EA8E2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228" y="5040420"/>
            <a:ext cx="2340000" cy="97800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117907-E606-E37E-6489-C902B91505E0}"/>
              </a:ext>
            </a:extLst>
          </p:cNvPr>
          <p:cNvSpPr/>
          <p:nvPr/>
        </p:nvSpPr>
        <p:spPr>
          <a:xfrm>
            <a:off x="6253228" y="3948544"/>
            <a:ext cx="2340000" cy="233943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E047EC25-B9A2-7FD0-0FDC-B4D80200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7558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EA14-9EC7-EA2F-B110-351FF0F3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155D4B-3651-746C-3975-D9E732D2EC3B}"/>
              </a:ext>
            </a:extLst>
          </p:cNvPr>
          <p:cNvSpPr txBox="1"/>
          <p:nvPr/>
        </p:nvSpPr>
        <p:spPr>
          <a:xfrm>
            <a:off x="698500" y="1328580"/>
            <a:ext cx="10312400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000" dirty="0">
                <a:solidFill>
                  <a:srgbClr val="1F3864"/>
                </a:solidFill>
                <a:latin typeface="Helvetica" pitchFamily="2" charset="0"/>
              </a:rPr>
              <a:t>By the end of the workshop, you will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Explain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the (</a:t>
            </a:r>
            <a:r>
              <a:rPr lang="en-NL" altLang="en-NL" sz="2400" i="1" dirty="0">
                <a:solidFill>
                  <a:srgbClr val="1F3864"/>
                </a:solidFill>
                <a:latin typeface="Helvetica" pitchFamily="2" charset="0"/>
              </a:rPr>
              <a:t>benefits of the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) Bayesian approach to network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5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Estimate and interpret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network models with </a:t>
            </a: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R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and </a:t>
            </a: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JASP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6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Understand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how priors affect network structure and complexity.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8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Examine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group differences using edge-specific Bayes factors.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8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Evaluate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convergence and precision using MCMC diagnostics.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800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2400" b="1" dirty="0">
                <a:solidFill>
                  <a:srgbClr val="1F3864"/>
                </a:solidFill>
                <a:latin typeface="Helvetica" pitchFamily="2" charset="0"/>
              </a:rPr>
              <a:t>Apply</a:t>
            </a:r>
            <a:r>
              <a:rPr lang="en-NL" altLang="en-NL" sz="2400" dirty="0">
                <a:solidFill>
                  <a:srgbClr val="1F3864"/>
                </a:solidFill>
                <a:latin typeface="Helvetica" pitchFamily="2" charset="0"/>
              </a:rPr>
              <a:t> the full Bayesian workflow from prior specification and model estimation to inference and interpretation.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8686597-9F74-4922-7295-50225543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638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5F75-9B35-4F6E-A705-CFAFB887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9985-3403-CD1A-ED36-DE6E44D1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Install Software: R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28FE26-6C11-D55B-1AE5-CEB1668C4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40" y="2098404"/>
            <a:ext cx="3434294" cy="266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B044DA-0903-BCCF-6513-8B89FD8340DF}"/>
              </a:ext>
            </a:extLst>
          </p:cNvPr>
          <p:cNvSpPr txBox="1"/>
          <p:nvPr/>
        </p:nvSpPr>
        <p:spPr>
          <a:xfrm>
            <a:off x="4994031" y="3152001"/>
            <a:ext cx="43733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1F3864"/>
                </a:solidFill>
                <a:latin typeface="Helvetica" pitchFamily="2" charset="0"/>
              </a:rPr>
              <a:t>https://</a:t>
            </a:r>
            <a:r>
              <a:rPr lang="en-US" sz="3000" dirty="0" err="1">
                <a:solidFill>
                  <a:srgbClr val="1F3864"/>
                </a:solidFill>
                <a:latin typeface="Helvetica" pitchFamily="2" charset="0"/>
              </a:rPr>
              <a:t>cran.r-project.org</a:t>
            </a:r>
            <a:r>
              <a:rPr lang="en-US" sz="3000" dirty="0">
                <a:solidFill>
                  <a:srgbClr val="1F3864"/>
                </a:solidFill>
                <a:latin typeface="Helvetica" pitchFamily="2" charset="0"/>
              </a:rPr>
              <a:t>/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13ECBF-BDE2-06E2-3676-B102B1E01832}"/>
              </a:ext>
            </a:extLst>
          </p:cNvPr>
          <p:cNvGrpSpPr/>
          <p:nvPr/>
        </p:nvGrpSpPr>
        <p:grpSpPr>
          <a:xfrm>
            <a:off x="9966248" y="0"/>
            <a:ext cx="2220496" cy="2408989"/>
            <a:chOff x="8222261" y="1586774"/>
            <a:chExt cx="2220496" cy="2408989"/>
          </a:xfrm>
        </p:grpSpPr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A8C44B96-8D8B-5494-1E83-83C9A25A3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9230" y="2862236"/>
              <a:ext cx="1133527" cy="1133527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5477BCE-D540-FD90-1886-97FCB06E1AAA}"/>
                </a:ext>
              </a:extLst>
            </p:cNvPr>
            <p:cNvGrpSpPr/>
            <p:nvPr/>
          </p:nvGrpSpPr>
          <p:grpSpPr>
            <a:xfrm>
              <a:off x="8222261" y="1586774"/>
              <a:ext cx="1722664" cy="1506816"/>
              <a:chOff x="8667171" y="2349000"/>
              <a:chExt cx="1722664" cy="1506816"/>
            </a:xfrm>
          </p:grpSpPr>
          <p:pic>
            <p:nvPicPr>
              <p:cNvPr id="20" name="Picture 19" descr="Icon&#10;&#10;Description automatically generated">
                <a:extLst>
                  <a:ext uri="{FF2B5EF4-FFF2-40B4-BE49-F238E27FC236}">
                    <a16:creationId xmlns:a16="http://schemas.microsoft.com/office/drawing/2014/main" id="{1E20C455-2215-7826-0568-980B964549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31C2595-4E8B-7CC2-4533-56B0CE9D71B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8E7A221E-0BFA-BDF5-EE39-EFCBEFACD8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94F44971-AFF5-6415-18A0-ACB5A0A57A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852BF21-68DB-A0B6-EB96-26CD7D87DB7C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dirty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5E76497-8C5D-A89C-9FDA-B60695CF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6223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EE53-E320-1C5B-6BE8-585B564D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907B-8682-55F2-5033-C7C314E1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Install Software: R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8F7E21-ACC4-C531-A79E-B604E17C3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29" y="569081"/>
            <a:ext cx="1980441" cy="2299867"/>
          </a:xfrm>
          <a:prstGeom prst="rect">
            <a:avLst/>
          </a:prstGeom>
        </p:spPr>
      </p:pic>
      <p:pic>
        <p:nvPicPr>
          <p:cNvPr id="4" name="Picture 3" descr="A blue background with orange letters&#10;&#10;AI-generated content may be incorrect.">
            <a:extLst>
              <a:ext uri="{FF2B5EF4-FFF2-40B4-BE49-F238E27FC236}">
                <a16:creationId xmlns:a16="http://schemas.microsoft.com/office/drawing/2014/main" id="{99BBC6FC-33DF-9080-0CC7-80BCD35BA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26894"/>
            <a:ext cx="3035300" cy="5842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589B9CC-24A0-1D7D-C9CA-9B0013CB6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40" y="2098404"/>
            <a:ext cx="3434294" cy="266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766259E-FF8B-A425-6839-AD46EEFAB815}"/>
              </a:ext>
            </a:extLst>
          </p:cNvPr>
          <p:cNvGrpSpPr/>
          <p:nvPr/>
        </p:nvGrpSpPr>
        <p:grpSpPr>
          <a:xfrm>
            <a:off x="9966248" y="0"/>
            <a:ext cx="2220496" cy="2408989"/>
            <a:chOff x="8222261" y="1586774"/>
            <a:chExt cx="2220496" cy="2408989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9C9CD811-7B4A-73D3-5E78-1E07E5EAB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09230" y="2862236"/>
              <a:ext cx="1133527" cy="1133527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91C00B2-9479-24F2-3EDC-66253E40DC21}"/>
                </a:ext>
              </a:extLst>
            </p:cNvPr>
            <p:cNvGrpSpPr/>
            <p:nvPr/>
          </p:nvGrpSpPr>
          <p:grpSpPr>
            <a:xfrm>
              <a:off x="8222261" y="1586774"/>
              <a:ext cx="1722664" cy="1506816"/>
              <a:chOff x="8667171" y="2349000"/>
              <a:chExt cx="1722664" cy="1506816"/>
            </a:xfrm>
          </p:grpSpPr>
          <p:pic>
            <p:nvPicPr>
              <p:cNvPr id="10" name="Picture 9" descr="Icon&#10;&#10;Description automatically generated">
                <a:extLst>
                  <a:ext uri="{FF2B5EF4-FFF2-40B4-BE49-F238E27FC236}">
                    <a16:creationId xmlns:a16="http://schemas.microsoft.com/office/drawing/2014/main" id="{51E80A04-F4A4-D005-458B-49F2EACA7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9EAFBF9-1E2E-DA20-BB0D-6B698B9258C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F4456B89-D745-402E-2A4F-E6CAA1EA1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13C833CC-DD79-8EBC-0355-391131E442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5EE3760-A18D-1186-70EF-FA5074A1E993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dirty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235D771-9B62-46E6-F51A-C04506A5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5465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5A39-7226-A343-9D1C-F300363F6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yellow letters&#10;&#10;AI-generated content may be incorrect.">
            <a:extLst>
              <a:ext uri="{FF2B5EF4-FFF2-40B4-BE49-F238E27FC236}">
                <a16:creationId xmlns:a16="http://schemas.microsoft.com/office/drawing/2014/main" id="{56C03694-725B-A6BB-E6B8-CB0B62244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6" t="8714" r="-1" b="17093"/>
          <a:stretch>
            <a:fillRect/>
          </a:stretch>
        </p:blipFill>
        <p:spPr>
          <a:xfrm>
            <a:off x="6095999" y="3124278"/>
            <a:ext cx="2930607" cy="58420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6587ADF-306E-0682-771A-C8C903CFF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28" y="569081"/>
            <a:ext cx="1980441" cy="2299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DCE838-4174-851F-DCE2-B69CEE93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Install Software: R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052246B-9DA4-CB59-EE83-8ACACDF8A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40" y="2098404"/>
            <a:ext cx="3434294" cy="266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4B44D85-C1C2-DF38-9CE5-B081FEA0BBE0}"/>
              </a:ext>
            </a:extLst>
          </p:cNvPr>
          <p:cNvGrpSpPr/>
          <p:nvPr/>
        </p:nvGrpSpPr>
        <p:grpSpPr>
          <a:xfrm>
            <a:off x="9966248" y="0"/>
            <a:ext cx="2220496" cy="2408989"/>
            <a:chOff x="8222261" y="1586774"/>
            <a:chExt cx="2220496" cy="2408989"/>
          </a:xfrm>
        </p:grpSpPr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D1984F13-5E2C-B4D5-7608-562587B47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09230" y="2862236"/>
              <a:ext cx="1133527" cy="1133527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BF468F0-2237-08CD-8141-78647A3D7F3E}"/>
                </a:ext>
              </a:extLst>
            </p:cNvPr>
            <p:cNvGrpSpPr/>
            <p:nvPr/>
          </p:nvGrpSpPr>
          <p:grpSpPr>
            <a:xfrm>
              <a:off x="8222261" y="1586774"/>
              <a:ext cx="1722664" cy="1506816"/>
              <a:chOff x="8667171" y="2349000"/>
              <a:chExt cx="1722664" cy="1506816"/>
            </a:xfrm>
          </p:grpSpPr>
          <p:pic>
            <p:nvPicPr>
              <p:cNvPr id="14" name="Picture 13" descr="Icon&#10;&#10;Description automatically generated">
                <a:extLst>
                  <a:ext uri="{FF2B5EF4-FFF2-40B4-BE49-F238E27FC236}">
                    <a16:creationId xmlns:a16="http://schemas.microsoft.com/office/drawing/2014/main" id="{D3F98EEE-A630-499A-85FF-AF34A2A93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EFDCCC2-C3C6-1EBC-9E09-198B00043C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75B7CC06-7259-16FF-9FB9-50DA8D9B0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3E137048-FA9C-C320-58D8-0764F3F5EE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094503B-432C-8FD1-B92F-97AB363A0784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dirty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92CFCC-5D36-288E-031E-130B5B2F8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7457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FF2E-209D-C13A-28C2-32A312C7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11BC-6C0A-B49C-95C1-7D53B9FE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Install Software: JASP (optional)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4F949587-0C56-2487-B54E-72279B291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0" y="1755596"/>
            <a:ext cx="3346808" cy="33468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077CCD-26A9-0D9D-8407-5CB97C262AFB}"/>
              </a:ext>
            </a:extLst>
          </p:cNvPr>
          <p:cNvSpPr txBox="1"/>
          <p:nvPr/>
        </p:nvSpPr>
        <p:spPr>
          <a:xfrm>
            <a:off x="4994031" y="3152001"/>
            <a:ext cx="37545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1F3864"/>
                </a:solidFill>
                <a:latin typeface="Helvetica" pitchFamily="2" charset="0"/>
              </a:rPr>
              <a:t>https://</a:t>
            </a:r>
            <a:r>
              <a:rPr lang="en-US" sz="3000" dirty="0" err="1">
                <a:solidFill>
                  <a:srgbClr val="1F3864"/>
                </a:solidFill>
                <a:latin typeface="Helvetica" pitchFamily="2" charset="0"/>
              </a:rPr>
              <a:t>jasp-stats.org</a:t>
            </a:r>
            <a:r>
              <a:rPr lang="en-US" sz="3000" dirty="0">
                <a:solidFill>
                  <a:srgbClr val="1F3864"/>
                </a:solidFill>
                <a:latin typeface="Helvetica" pitchFamily="2" charset="0"/>
              </a:rPr>
              <a:t>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786AE1-562F-1C8C-4023-1A9E3DB331B3}"/>
              </a:ext>
            </a:extLst>
          </p:cNvPr>
          <p:cNvGrpSpPr/>
          <p:nvPr/>
        </p:nvGrpSpPr>
        <p:grpSpPr>
          <a:xfrm>
            <a:off x="9966248" y="0"/>
            <a:ext cx="2220496" cy="2408989"/>
            <a:chOff x="8222261" y="1586774"/>
            <a:chExt cx="2220496" cy="2408989"/>
          </a:xfrm>
        </p:grpSpPr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C604263D-EF7B-B1CA-D1F1-A12D5ACC0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9230" y="2862236"/>
              <a:ext cx="1133527" cy="1133527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5C14CE5-B6DD-08FC-7A45-B907AF4DC6E7}"/>
                </a:ext>
              </a:extLst>
            </p:cNvPr>
            <p:cNvGrpSpPr/>
            <p:nvPr/>
          </p:nvGrpSpPr>
          <p:grpSpPr>
            <a:xfrm>
              <a:off x="8222261" y="1586774"/>
              <a:ext cx="1722664" cy="1506816"/>
              <a:chOff x="8667171" y="2349000"/>
              <a:chExt cx="1722664" cy="1506816"/>
            </a:xfrm>
          </p:grpSpPr>
          <p:pic>
            <p:nvPicPr>
              <p:cNvPr id="7" name="Picture 6" descr="Icon&#10;&#10;Description automatically generated">
                <a:extLst>
                  <a:ext uri="{FF2B5EF4-FFF2-40B4-BE49-F238E27FC236}">
                    <a16:creationId xmlns:a16="http://schemas.microsoft.com/office/drawing/2014/main" id="{87B8FC11-73C8-CEE2-3CC4-D75DCAE1B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8D5D69B-B214-3B53-2703-EF39F249835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B708808-74D5-669D-11E1-895E4C94E9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ACEDB107-E11C-28F1-4040-6F0941F1A4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FA0833D-40AE-8DFC-C3C6-F084B311FBE0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dirty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20B2FE9-101D-6927-C8D6-DEE2392C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131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A966-9AF6-56A9-CA98-F9C66A00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6B4C-486C-3BC2-8ED9-CA426184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0" y="30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Workshop Material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qr code with a magnifying glass&#10;&#10;AI-generated content may be incorrect.">
            <a:extLst>
              <a:ext uri="{FF2B5EF4-FFF2-40B4-BE49-F238E27FC236}">
                <a16:creationId xmlns:a16="http://schemas.microsoft.com/office/drawing/2014/main" id="{F1D4742A-1B8B-C6C3-F69A-149FD5CB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24" y="3186112"/>
            <a:ext cx="3327400" cy="335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B135C5-78B9-BF04-AA3D-40CC49ACE2E7}"/>
              </a:ext>
            </a:extLst>
          </p:cNvPr>
          <p:cNvSpPr txBox="1"/>
          <p:nvPr/>
        </p:nvSpPr>
        <p:spPr>
          <a:xfrm>
            <a:off x="2274277" y="2227385"/>
            <a:ext cx="9003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https://</a:t>
            </a:r>
            <a:r>
              <a:rPr lang="en-US" dirty="0" err="1">
                <a:solidFill>
                  <a:srgbClr val="1F3864"/>
                </a:solidFill>
                <a:latin typeface="Helvetica" pitchFamily="2" charset="0"/>
              </a:rPr>
              <a:t>github.com</a:t>
            </a:r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/Bayesian-Graphical-Modelling-Lab/</a:t>
            </a:r>
            <a:r>
              <a:rPr lang="en-US" dirty="0" err="1">
                <a:solidFill>
                  <a:srgbClr val="1F3864"/>
                </a:solidFill>
                <a:latin typeface="Helvetica" pitchFamily="2" charset="0"/>
              </a:rPr>
              <a:t>BGM_Workshops</a:t>
            </a:r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/tree/5thFSoIM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4B4D7E-7AB5-88D6-BCA6-7A9B82EECE29}"/>
              </a:ext>
            </a:extLst>
          </p:cNvPr>
          <p:cNvCxnSpPr>
            <a:cxnSpLocks/>
          </p:cNvCxnSpPr>
          <p:nvPr/>
        </p:nvCxnSpPr>
        <p:spPr>
          <a:xfrm flipH="1">
            <a:off x="7022123" y="1578690"/>
            <a:ext cx="293077" cy="64869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E95EA0-921A-B8B4-00BA-5AFB834A76E5}"/>
              </a:ext>
            </a:extLst>
          </p:cNvPr>
          <p:cNvSpPr txBox="1"/>
          <p:nvPr/>
        </p:nvSpPr>
        <p:spPr>
          <a:xfrm>
            <a:off x="7315200" y="1143914"/>
            <a:ext cx="58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LL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72DE72-37EA-BF38-08B2-FE03E3689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661" y="2941524"/>
            <a:ext cx="4317281" cy="3724519"/>
          </a:xfrm>
          <a:prstGeom prst="rect">
            <a:avLst/>
          </a:prstGeom>
        </p:spPr>
      </p:pic>
      <p:sp>
        <p:nvSpPr>
          <p:cNvPr id="13" name="Frame 12">
            <a:extLst>
              <a:ext uri="{FF2B5EF4-FFF2-40B4-BE49-F238E27FC236}">
                <a16:creationId xmlns:a16="http://schemas.microsoft.com/office/drawing/2014/main" id="{43F50776-CE69-B872-AC42-35BDFD39CF96}"/>
              </a:ext>
            </a:extLst>
          </p:cNvPr>
          <p:cNvSpPr/>
          <p:nvPr/>
        </p:nvSpPr>
        <p:spPr>
          <a:xfrm>
            <a:off x="7400515" y="6061764"/>
            <a:ext cx="1999631" cy="517124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5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1368</Words>
  <Application>Microsoft Macintosh PowerPoint</Application>
  <PresentationFormat>Widescreen</PresentationFormat>
  <Paragraphs>334</Paragraphs>
  <Slides>32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Helvetica</vt:lpstr>
      <vt:lpstr>Proxima Nova</vt:lpstr>
      <vt:lpstr>Office Theme</vt:lpstr>
      <vt:lpstr>Bayesian Graphical Modeling </vt:lpstr>
      <vt:lpstr>Introduction to the workshop</vt:lpstr>
      <vt:lpstr>Introduction to the workshop</vt:lpstr>
      <vt:lpstr>Latent variable model vs network model</vt:lpstr>
      <vt:lpstr>Latent variable model vs network model</vt:lpstr>
      <vt:lpstr>Latent variable model vs network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psychometrics</vt:lpstr>
      <vt:lpstr>Network psychometrics</vt:lpstr>
      <vt:lpstr>Introduction to the workshop</vt:lpstr>
      <vt:lpstr>Bayesian statistics</vt:lpstr>
      <vt:lpstr>Prior plausibility</vt:lpstr>
      <vt:lpstr>Evaluate predictive success</vt:lpstr>
      <vt:lpstr>Posterior plausibility</vt:lpstr>
      <vt:lpstr>Bayesian graphical modeling (Bayesian network psychometrics)</vt:lpstr>
      <vt:lpstr>Bayesian graphical modeling (Bayesian network psychometrics)</vt:lpstr>
      <vt:lpstr>Introduction to the workshop</vt:lpstr>
      <vt:lpstr>The workshop</vt:lpstr>
      <vt:lpstr>PowerPoint Presentation</vt:lpstr>
      <vt:lpstr>Install Software: R</vt:lpstr>
      <vt:lpstr>Install Software: R</vt:lpstr>
      <vt:lpstr>Install Software: R</vt:lpstr>
      <vt:lpstr>Install Software: JASP (optional)</vt:lpstr>
      <vt:lpstr>Workshop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Network Psychometrics: A fresh approach to analyze psychometric networks</dc:title>
  <dc:creator>Maarten Marsman</dc:creator>
  <cp:lastModifiedBy>Maarten Marsman</cp:lastModifiedBy>
  <cp:revision>8</cp:revision>
  <cp:lastPrinted>2021-10-01T12:31:52Z</cp:lastPrinted>
  <dcterms:created xsi:type="dcterms:W3CDTF">2021-09-06T10:23:49Z</dcterms:created>
  <dcterms:modified xsi:type="dcterms:W3CDTF">2025-10-04T08:13:32Z</dcterms:modified>
</cp:coreProperties>
</file>